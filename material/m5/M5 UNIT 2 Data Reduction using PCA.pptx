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sldIdLst>
    <p:sldId id="274" r:id="rId2"/>
    <p:sldId id="275" r:id="rId3"/>
    <p:sldId id="292" r:id="rId4"/>
    <p:sldId id="328" r:id="rId5"/>
    <p:sldId id="329" r:id="rId6"/>
    <p:sldId id="330" r:id="rId7"/>
    <p:sldId id="300" r:id="rId8"/>
    <p:sldId id="331" r:id="rId9"/>
    <p:sldId id="315" r:id="rId10"/>
    <p:sldId id="333" r:id="rId11"/>
    <p:sldId id="334" r:id="rId12"/>
    <p:sldId id="336" r:id="rId13"/>
    <p:sldId id="337" r:id="rId14"/>
    <p:sldId id="338" r:id="rId15"/>
    <p:sldId id="345" r:id="rId16"/>
    <p:sldId id="339" r:id="rId17"/>
    <p:sldId id="340" r:id="rId18"/>
    <p:sldId id="341" r:id="rId19"/>
    <p:sldId id="342" r:id="rId20"/>
    <p:sldId id="343" r:id="rId21"/>
    <p:sldId id="344" r:id="rId22"/>
    <p:sldId id="314" r:id="rId23"/>
  </p:sldIdLst>
  <p:sldSz cx="14630400" cy="8229600"/>
  <p:notesSz cx="14630400" cy="82296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2891" autoAdjust="0"/>
  </p:normalViewPr>
  <p:slideViewPr>
    <p:cSldViewPr>
      <p:cViewPr varScale="1">
        <p:scale>
          <a:sx n="55" d="100"/>
          <a:sy n="55" d="100"/>
        </p:scale>
        <p:origin x="900" y="9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providerId="Windows Live" clId="Web-{DD48891F-FB35-E1C6-2832-95F5AEC01C35}"/>
    <pc:docChg chg="modSld">
      <pc:chgData name="Guest User" userId="" providerId="Windows Live" clId="Web-{DD48891F-FB35-E1C6-2832-95F5AEC01C35}" dt="2025-11-06T07:40:41.129" v="0" actId="1076"/>
      <pc:docMkLst>
        <pc:docMk/>
      </pc:docMkLst>
      <pc:sldChg chg="modSp">
        <pc:chgData name="Guest User" userId="" providerId="Windows Live" clId="Web-{DD48891F-FB35-E1C6-2832-95F5AEC01C35}" dt="2025-11-06T07:40:41.129" v="0" actId="1076"/>
        <pc:sldMkLst>
          <pc:docMk/>
          <pc:sldMk cId="0" sldId="260"/>
        </pc:sldMkLst>
        <pc:spChg chg="mod">
          <ac:chgData name="Guest User" userId="" providerId="Windows Live" clId="Web-{DD48891F-FB35-E1C6-2832-95F5AEC01C35}" dt="2025-11-06T07:40:41.129" v="0" actId="1076"/>
          <ac:spMkLst>
            <pc:docMk/>
            <pc:sldMk cId="0" sldId="260"/>
            <ac:spMk id="11" creationId="{1729E060-4A6E-E272-7665-9392F1B6E4F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6340475" cy="41275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8286750" y="0"/>
            <a:ext cx="6340475" cy="412750"/>
          </a:xfrm>
          <a:prstGeom prst="rect">
            <a:avLst/>
          </a:prstGeom>
        </p:spPr>
        <p:txBody>
          <a:bodyPr vert="horz" lIns="91440" tIns="45720" rIns="91440" bIns="45720" rtlCol="0"/>
          <a:lstStyle>
            <a:lvl1pPr algn="r">
              <a:defRPr sz="1200"/>
            </a:lvl1pPr>
          </a:lstStyle>
          <a:p>
            <a:fld id="{04E097FF-D63A-4701-9D59-A7186DD4FFE5}" type="datetimeFigureOut">
              <a:rPr lang="en-IN" smtClean="0"/>
              <a:t>27-01-2026</a:t>
            </a:fld>
            <a:endParaRPr lang="en-IN"/>
          </a:p>
        </p:txBody>
      </p:sp>
      <p:sp>
        <p:nvSpPr>
          <p:cNvPr id="4" name="Slide Image Placeholder 3"/>
          <p:cNvSpPr>
            <a:spLocks noGrp="1" noRot="1" noChangeAspect="1"/>
          </p:cNvSpPr>
          <p:nvPr>
            <p:ph type="sldImg" idx="2"/>
          </p:nvPr>
        </p:nvSpPr>
        <p:spPr>
          <a:xfrm>
            <a:off x="4845050" y="1028700"/>
            <a:ext cx="4940300" cy="277812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463675" y="3960813"/>
            <a:ext cx="11703050" cy="324008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7816850"/>
            <a:ext cx="6340475" cy="41275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8286750" y="7816850"/>
            <a:ext cx="6340475" cy="412750"/>
          </a:xfrm>
          <a:prstGeom prst="rect">
            <a:avLst/>
          </a:prstGeom>
        </p:spPr>
        <p:txBody>
          <a:bodyPr vert="horz" lIns="91440" tIns="45720" rIns="91440" bIns="45720" rtlCol="0" anchor="b"/>
          <a:lstStyle>
            <a:lvl1pPr algn="r">
              <a:defRPr sz="1200"/>
            </a:lvl1pPr>
          </a:lstStyle>
          <a:p>
            <a:fld id="{986E45C9-D4C9-4BB9-AC1A-6D12C2483BB1}" type="slidenum">
              <a:rPr lang="en-IN" smtClean="0"/>
              <a:t>‹#›</a:t>
            </a:fld>
            <a:endParaRPr lang="en-IN"/>
          </a:p>
        </p:txBody>
      </p:sp>
    </p:spTree>
    <p:extLst>
      <p:ext uri="{BB962C8B-B14F-4D97-AF65-F5344CB8AC3E}">
        <p14:creationId xmlns:p14="http://schemas.microsoft.com/office/powerpoint/2010/main" val="18376761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FC471-F21A-8034-1182-7EC20A462A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32DEB8-E147-4787-5FDF-AACC13D35E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BF521C-0896-D5EA-62D4-7B080E31F40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6F912D4-651F-022F-E212-0668CF912244}"/>
              </a:ext>
            </a:extLst>
          </p:cNvPr>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1424387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DB5D64-14C4-F16C-5619-287C7EA273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713F94-501F-3960-9E11-DE7F03BD93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E30D1C-21CC-DCF2-1302-0D6A57E7F95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38C2F6F-17C8-6775-A32C-6E7DBAEA8A44}"/>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34346238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86E45C9-D4C9-4BB9-AC1A-6D12C2483BB1}" type="slidenum">
              <a:rPr lang="en-IN" smtClean="0"/>
              <a:t>22</a:t>
            </a:fld>
            <a:endParaRPr lang="en-IN"/>
          </a:p>
        </p:txBody>
      </p:sp>
    </p:spTree>
    <p:extLst>
      <p:ext uri="{BB962C8B-B14F-4D97-AF65-F5344CB8AC3E}">
        <p14:creationId xmlns:p14="http://schemas.microsoft.com/office/powerpoint/2010/main" val="2429683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700" b="0" i="0">
                <a:solidFill>
                  <a:srgbClr val="272C45"/>
                </a:solidFill>
                <a:latin typeface="PT Serif" panose="020A0603040505020204" pitchFamily="18" charset="0"/>
                <a:cs typeface="Lucida Sans Unicode"/>
              </a:defRPr>
            </a:lvl1pPr>
          </a:lstStyle>
          <a:p>
            <a:endParaRPr dirty="0"/>
          </a:p>
        </p:txBody>
      </p:sp>
      <p:sp>
        <p:nvSpPr>
          <p:cNvPr id="3" name="Holder 3"/>
          <p:cNvSpPr>
            <a:spLocks noGrp="1"/>
          </p:cNvSpPr>
          <p:nvPr>
            <p:ph type="body" idx="1"/>
          </p:nvPr>
        </p:nvSpPr>
        <p:spPr/>
        <p:txBody>
          <a:bodyPr lIns="0" tIns="0" rIns="0" bIns="0"/>
          <a:lstStyle>
            <a:lvl1pPr>
              <a:defRPr sz="2800" b="0" i="0">
                <a:solidFill>
                  <a:srgbClr val="272C45"/>
                </a:solidFill>
                <a:latin typeface="PT Serif" panose="020A0603040505020204" pitchFamily="18" charset="0"/>
                <a:cs typeface="Lucida Sans Unicode"/>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206A85DC-158A-6A4D-AEC5-3C4D0AA39301}" type="datetime1">
              <a:rPr lang="en-IN" smtClean="0"/>
              <a:t>27-01-2026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700" b="0" i="0">
                <a:solidFill>
                  <a:srgbClr val="272C45"/>
                </a:solidFill>
                <a:latin typeface="PT Serif" panose="020A0603040505020204" pitchFamily="18" charset="0"/>
                <a:cs typeface="Lucida Sans Unicode"/>
              </a:defRPr>
            </a:lvl1pPr>
          </a:lstStyle>
          <a:p>
            <a:endParaRPr dirty="0"/>
          </a:p>
        </p:txBody>
      </p:sp>
      <p:sp>
        <p:nvSpPr>
          <p:cNvPr id="3" name="Holder 3"/>
          <p:cNvSpPr>
            <a:spLocks noGrp="1"/>
          </p:cNvSpPr>
          <p:nvPr>
            <p:ph sz="half" idx="2"/>
          </p:nvPr>
        </p:nvSpPr>
        <p:spPr>
          <a:xfrm>
            <a:off x="731520" y="1892808"/>
            <a:ext cx="6364224" cy="430887"/>
          </a:xfrm>
          <a:prstGeom prst="rect">
            <a:avLst/>
          </a:prstGeom>
        </p:spPr>
        <p:txBody>
          <a:bodyPr wrap="square" lIns="0" tIns="0" rIns="0" bIns="0">
            <a:spAutoFit/>
          </a:bodyPr>
          <a:lstStyle>
            <a:lvl1pPr>
              <a:defRPr>
                <a:latin typeface="PT Serif" panose="020A0603040505020204" pitchFamily="18" charset="0"/>
              </a:defRPr>
            </a:lvl1pPr>
          </a:lstStyle>
          <a:p>
            <a:endParaRPr dirty="0"/>
          </a:p>
        </p:txBody>
      </p:sp>
      <p:sp>
        <p:nvSpPr>
          <p:cNvPr id="4" name="Holder 4"/>
          <p:cNvSpPr>
            <a:spLocks noGrp="1"/>
          </p:cNvSpPr>
          <p:nvPr>
            <p:ph sz="half" idx="3"/>
          </p:nvPr>
        </p:nvSpPr>
        <p:spPr>
          <a:xfrm>
            <a:off x="7534656" y="1892808"/>
            <a:ext cx="6364224" cy="430887"/>
          </a:xfrm>
          <a:prstGeom prst="rect">
            <a:avLst/>
          </a:prstGeom>
        </p:spPr>
        <p:txBody>
          <a:bodyPr wrap="square" lIns="0" tIns="0" rIns="0" bIns="0">
            <a:spAutoFit/>
          </a:bodyPr>
          <a:lstStyle>
            <a:lvl1pPr>
              <a:defRPr>
                <a:latin typeface="PT Serif" panose="020A0603040505020204" pitchFamily="18" charset="0"/>
              </a:defRPr>
            </a:lvl1pPr>
          </a:lstStyle>
          <a:p>
            <a:endParaRPr dirty="0"/>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3A60CBE1-E654-804F-8DD3-1999B1EAA43E}" type="datetime1">
              <a:rPr lang="en-IN" smtClean="0"/>
              <a:t>27-01-2026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700" b="0" i="0">
                <a:solidFill>
                  <a:srgbClr val="272C45"/>
                </a:solidFill>
                <a:latin typeface="PT Serif" panose="020A0603040505020204" pitchFamily="18" charset="0"/>
                <a:cs typeface="Lucida Sans Unicode"/>
              </a:defRPr>
            </a:lvl1pPr>
          </a:lstStyle>
          <a:p>
            <a:endParaRPr dirty="0"/>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0C0E4A29-2FA4-5F43-8886-1C2CFE02D9AE}" type="datetime1">
              <a:rPr lang="en-IN" smtClean="0"/>
              <a:t>27-01-2026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extLst>
      <p:ext uri="{BB962C8B-B14F-4D97-AF65-F5344CB8AC3E}">
        <p14:creationId xmlns:p14="http://schemas.microsoft.com/office/powerpoint/2010/main" val="41625446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87172" y="401522"/>
            <a:ext cx="13656055" cy="569387"/>
          </a:xfrm>
          <a:prstGeom prst="rect">
            <a:avLst/>
          </a:prstGeom>
        </p:spPr>
        <p:txBody>
          <a:bodyPr wrap="square" lIns="0" tIns="0" rIns="0" bIns="0">
            <a:spAutoFit/>
          </a:bodyPr>
          <a:lstStyle>
            <a:lvl1pPr>
              <a:defRPr sz="3700" b="0" i="0">
                <a:solidFill>
                  <a:srgbClr val="272C45"/>
                </a:solidFill>
                <a:latin typeface="Lucida Sans Unicode"/>
                <a:cs typeface="Lucida Sans Unicode"/>
              </a:defRPr>
            </a:lvl1pPr>
          </a:lstStyle>
          <a:p>
            <a:endParaRPr dirty="0"/>
          </a:p>
        </p:txBody>
      </p:sp>
      <p:sp>
        <p:nvSpPr>
          <p:cNvPr id="3" name="Holder 3"/>
          <p:cNvSpPr>
            <a:spLocks noGrp="1"/>
          </p:cNvSpPr>
          <p:nvPr>
            <p:ph type="body" idx="1"/>
          </p:nvPr>
        </p:nvSpPr>
        <p:spPr>
          <a:xfrm>
            <a:off x="5769609" y="3090163"/>
            <a:ext cx="7381240" cy="430887"/>
          </a:xfrm>
          <a:prstGeom prst="rect">
            <a:avLst/>
          </a:prstGeom>
        </p:spPr>
        <p:txBody>
          <a:bodyPr wrap="square" lIns="0" tIns="0" rIns="0" bIns="0">
            <a:spAutoFit/>
          </a:bodyPr>
          <a:lstStyle>
            <a:lvl1pPr>
              <a:defRPr sz="2800" b="0" i="0">
                <a:solidFill>
                  <a:srgbClr val="272C45"/>
                </a:solidFill>
                <a:latin typeface="Lucida Sans Unicode"/>
                <a:cs typeface="Lucida Sans Unicode"/>
              </a:defRPr>
            </a:lvl1pPr>
          </a:lstStyle>
          <a:p>
            <a:endParaRPr dirty="0"/>
          </a:p>
        </p:txBody>
      </p:sp>
      <p:sp>
        <p:nvSpPr>
          <p:cNvPr id="4" name="Holder 4"/>
          <p:cNvSpPr>
            <a:spLocks noGrp="1"/>
          </p:cNvSpPr>
          <p:nvPr>
            <p:ph type="ftr" sz="quarter" idx="5"/>
          </p:nvPr>
        </p:nvSpPr>
        <p:spPr>
          <a:xfrm>
            <a:off x="4974336" y="7653528"/>
            <a:ext cx="4681728" cy="41148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731520" y="7653528"/>
            <a:ext cx="3364992" cy="411480"/>
          </a:xfrm>
          <a:prstGeom prst="rect">
            <a:avLst/>
          </a:prstGeom>
        </p:spPr>
        <p:txBody>
          <a:bodyPr wrap="square" lIns="0" tIns="0" rIns="0" bIns="0">
            <a:spAutoFit/>
          </a:bodyPr>
          <a:lstStyle>
            <a:lvl1pPr algn="l">
              <a:defRPr>
                <a:solidFill>
                  <a:schemeClr val="tx1">
                    <a:tint val="75000"/>
                  </a:schemeClr>
                </a:solidFill>
              </a:defRPr>
            </a:lvl1pPr>
          </a:lstStyle>
          <a:p>
            <a:fld id="{9D47C385-8D9F-4541-81D3-BBF55B3B60AF}" type="datetime1">
              <a:rPr lang="en-IN" smtClean="0"/>
              <a:t>27-01-2026</a:t>
            </a:fld>
            <a:endParaRPr lang="en-US"/>
          </a:p>
        </p:txBody>
      </p:sp>
      <p:sp>
        <p:nvSpPr>
          <p:cNvPr id="6" name="Holder 6"/>
          <p:cNvSpPr>
            <a:spLocks noGrp="1"/>
          </p:cNvSpPr>
          <p:nvPr>
            <p:ph type="sldNum" sz="quarter" idx="7"/>
          </p:nvPr>
        </p:nvSpPr>
        <p:spPr>
          <a:xfrm>
            <a:off x="10533888" y="7653528"/>
            <a:ext cx="3364992" cy="41148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Lst>
  <p:hf sldNum="0" hdr="0" ftr="0" dt="0"/>
  <p:txStyles>
    <p:titleStyle>
      <a:lvl1pPr>
        <a:defRPr>
          <a:latin typeface="PT Serif" panose="020A0603040505020204" pitchFamily="18" charset="0"/>
          <a:ea typeface="+mj-ea"/>
          <a:cs typeface="+mj-cs"/>
        </a:defRPr>
      </a:lvl1pPr>
    </p:titleStyle>
    <p:bodyStyle>
      <a:lvl1pPr marL="0">
        <a:defRPr>
          <a:latin typeface="PT Serif" panose="020A0603040505020204" pitchFamily="18" charset="0"/>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648BBC-7E6C-F114-F782-376A30F06152}"/>
            </a:ext>
          </a:extLst>
        </p:cNvPr>
        <p:cNvGrpSpPr/>
        <p:nvPr/>
      </p:nvGrpSpPr>
      <p:grpSpPr>
        <a:xfrm>
          <a:off x="0" y="0"/>
          <a:ext cx="0" cy="0"/>
          <a:chOff x="0" y="0"/>
          <a:chExt cx="0" cy="0"/>
        </a:xfrm>
      </p:grpSpPr>
      <p:sp>
        <p:nvSpPr>
          <p:cNvPr id="21" name="Text 0">
            <a:extLst>
              <a:ext uri="{FF2B5EF4-FFF2-40B4-BE49-F238E27FC236}">
                <a16:creationId xmlns:a16="http://schemas.microsoft.com/office/drawing/2014/main" id="{F82AA0A4-B4C8-BFF7-1622-4303CB7DF1F3}"/>
              </a:ext>
            </a:extLst>
          </p:cNvPr>
          <p:cNvSpPr/>
          <p:nvPr/>
        </p:nvSpPr>
        <p:spPr>
          <a:xfrm>
            <a:off x="743468" y="2362200"/>
            <a:ext cx="11372332" cy="651272"/>
          </a:xfrm>
          <a:prstGeom prst="rect">
            <a:avLst/>
          </a:prstGeom>
          <a:noFill/>
          <a:ln/>
        </p:spPr>
        <p:txBody>
          <a:bodyPr wrap="square" lIns="0" tIns="0" rIns="0" bIns="0" rtlCol="0" anchor="t"/>
          <a:lstStyle/>
          <a:p>
            <a:pPr marL="0" indent="0" algn="l">
              <a:lnSpc>
                <a:spcPts val="5100"/>
              </a:lnSpc>
              <a:buNone/>
            </a:pPr>
            <a:r>
              <a:rPr lang="en-US" sz="4100" dirty="0">
                <a:solidFill>
                  <a:srgbClr val="020202"/>
                </a:solidFill>
                <a:latin typeface="PT Serif" pitchFamily="34" charset="0"/>
                <a:ea typeface="PT Serif" pitchFamily="34" charset="-122"/>
                <a:cs typeface="PT Serif" pitchFamily="34" charset="-120"/>
              </a:rPr>
              <a:t>Principal Component Analysis (PCA)</a:t>
            </a:r>
            <a:endParaRPr lang="en-US" sz="4100" dirty="0"/>
          </a:p>
        </p:txBody>
      </p:sp>
      <p:sp>
        <p:nvSpPr>
          <p:cNvPr id="22" name="Text 1">
            <a:extLst>
              <a:ext uri="{FF2B5EF4-FFF2-40B4-BE49-F238E27FC236}">
                <a16:creationId xmlns:a16="http://schemas.microsoft.com/office/drawing/2014/main" id="{34E7B785-51DF-6028-E343-20904A09A941}"/>
              </a:ext>
            </a:extLst>
          </p:cNvPr>
          <p:cNvSpPr/>
          <p:nvPr/>
        </p:nvSpPr>
        <p:spPr>
          <a:xfrm>
            <a:off x="743468" y="3810000"/>
            <a:ext cx="11372332" cy="651272"/>
          </a:xfrm>
          <a:prstGeom prst="rect">
            <a:avLst/>
          </a:prstGeom>
          <a:noFill/>
          <a:ln/>
        </p:spPr>
        <p:txBody>
          <a:bodyPr wrap="square" lIns="0" tIns="0" rIns="0" bIns="0" rtlCol="0" anchor="t"/>
          <a:lstStyle/>
          <a:p>
            <a:pPr marL="0" indent="0" algn="l">
              <a:buNone/>
            </a:pPr>
            <a:r>
              <a:rPr lang="en-US" sz="2000" dirty="0">
                <a:solidFill>
                  <a:srgbClr val="020202"/>
                </a:solidFill>
                <a:latin typeface="PT Serif" pitchFamily="34" charset="0"/>
                <a:ea typeface="PT Serif" pitchFamily="34" charset="-122"/>
                <a:cs typeface="PT Serif" pitchFamily="34" charset="-120"/>
              </a:rPr>
              <a:t>Learn How to Manage Data Dimensionality Without Losing Information</a:t>
            </a:r>
            <a:endParaRPr lang="en-US" sz="2000" dirty="0"/>
          </a:p>
        </p:txBody>
      </p:sp>
    </p:spTree>
    <p:extLst>
      <p:ext uri="{BB962C8B-B14F-4D97-AF65-F5344CB8AC3E}">
        <p14:creationId xmlns:p14="http://schemas.microsoft.com/office/powerpoint/2010/main" val="42482017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D79A3-6285-EA7B-A2B4-F0C9DCE16B7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6EF8EC6-F255-C70E-3023-DC7EAEC5B16D}"/>
              </a:ext>
            </a:extLst>
          </p:cNvPr>
          <p:cNvSpPr/>
          <p:nvPr/>
        </p:nvSpPr>
        <p:spPr>
          <a:xfrm>
            <a:off x="793790" y="1107162"/>
            <a:ext cx="4763333" cy="595432"/>
          </a:xfrm>
          <a:prstGeom prst="rect">
            <a:avLst/>
          </a:prstGeom>
          <a:noFill/>
          <a:ln/>
        </p:spPr>
        <p:txBody>
          <a:bodyPr wrap="none" lIns="0" tIns="0" rIns="0" bIns="0" rtlCol="0" anchor="t"/>
          <a:lstStyle/>
          <a:p>
            <a:pPr marL="0" indent="0" algn="l">
              <a:lnSpc>
                <a:spcPts val="4650"/>
              </a:lnSpc>
              <a:buNone/>
            </a:pPr>
            <a:r>
              <a:rPr lang="en-US" sz="3600" dirty="0">
                <a:solidFill>
                  <a:srgbClr val="020202"/>
                </a:solidFill>
                <a:latin typeface="PT Serif" panose="020A0603040505020204" pitchFamily="18" charset="0"/>
                <a:ea typeface="PT Serif" pitchFamily="34" charset="-122"/>
                <a:cs typeface="PT Serif" pitchFamily="34" charset="-120"/>
              </a:rPr>
              <a:t>Contents</a:t>
            </a:r>
            <a:endParaRPr lang="en-US" sz="3600" dirty="0">
              <a:latin typeface="PT Serif" panose="020A0603040505020204" pitchFamily="18" charset="0"/>
            </a:endParaRPr>
          </a:p>
        </p:txBody>
      </p:sp>
      <p:sp>
        <p:nvSpPr>
          <p:cNvPr id="3" name="Text 1">
            <a:extLst>
              <a:ext uri="{FF2B5EF4-FFF2-40B4-BE49-F238E27FC236}">
                <a16:creationId xmlns:a16="http://schemas.microsoft.com/office/drawing/2014/main" id="{630CCEE3-6042-A6A9-3891-B76B33DC9098}"/>
              </a:ext>
            </a:extLst>
          </p:cNvPr>
          <p:cNvSpPr/>
          <p:nvPr/>
        </p:nvSpPr>
        <p:spPr>
          <a:xfrm>
            <a:off x="793790" y="2156222"/>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panose="020A0603040505020204" pitchFamily="18" charset="0"/>
                <a:ea typeface="PT Serif Light" pitchFamily="34" charset="-122"/>
                <a:cs typeface="PT Serif Light" pitchFamily="34" charset="-120"/>
              </a:rPr>
              <a:t>01</a:t>
            </a:r>
            <a:endParaRPr lang="en-US" sz="1750" dirty="0">
              <a:latin typeface="PT Serif" panose="020A0603040505020204" pitchFamily="18" charset="0"/>
            </a:endParaRPr>
          </a:p>
        </p:txBody>
      </p:sp>
      <p:sp>
        <p:nvSpPr>
          <p:cNvPr id="4" name="Shape 2">
            <a:extLst>
              <a:ext uri="{FF2B5EF4-FFF2-40B4-BE49-F238E27FC236}">
                <a16:creationId xmlns:a16="http://schemas.microsoft.com/office/drawing/2014/main" id="{109D6074-985D-ECFD-41A9-CC64CE8CCED8}"/>
              </a:ext>
            </a:extLst>
          </p:cNvPr>
          <p:cNvSpPr/>
          <p:nvPr/>
        </p:nvSpPr>
        <p:spPr>
          <a:xfrm>
            <a:off x="793790" y="2511266"/>
            <a:ext cx="6407944" cy="30480"/>
          </a:xfrm>
          <a:prstGeom prst="rect">
            <a:avLst/>
          </a:prstGeom>
          <a:solidFill>
            <a:srgbClr val="E04F00"/>
          </a:solidFill>
          <a:ln/>
        </p:spPr>
      </p:sp>
      <p:sp>
        <p:nvSpPr>
          <p:cNvPr id="5" name="Text 3">
            <a:extLst>
              <a:ext uri="{FF2B5EF4-FFF2-40B4-BE49-F238E27FC236}">
                <a16:creationId xmlns:a16="http://schemas.microsoft.com/office/drawing/2014/main" id="{18BB4AFD-62D3-1AAB-C8B6-84BCFD0B3499}"/>
              </a:ext>
            </a:extLst>
          </p:cNvPr>
          <p:cNvSpPr/>
          <p:nvPr/>
        </p:nvSpPr>
        <p:spPr>
          <a:xfrm>
            <a:off x="793790" y="2685574"/>
            <a:ext cx="4370308" cy="372070"/>
          </a:xfrm>
          <a:prstGeom prst="rect">
            <a:avLst/>
          </a:prstGeom>
          <a:noFill/>
          <a:ln/>
        </p:spPr>
        <p:txBody>
          <a:bodyPr wrap="none" lIns="0" tIns="0" rIns="0" bIns="0" rtlCol="0" anchor="t"/>
          <a:lstStyle/>
          <a:p>
            <a:pPr marL="0" indent="0" algn="l">
              <a:lnSpc>
                <a:spcPts val="3050"/>
              </a:lnSpc>
              <a:buNone/>
            </a:pPr>
            <a:r>
              <a:rPr lang="en-US" sz="2400" dirty="0">
                <a:solidFill>
                  <a:srgbClr val="383838"/>
                </a:solidFill>
                <a:latin typeface="PT Serif" pitchFamily="34" charset="0"/>
                <a:ea typeface="PT Serif" pitchFamily="34" charset="-122"/>
                <a:cs typeface="PT Serif" pitchFamily="34" charset="-120"/>
              </a:rPr>
              <a:t>Need for Data Reduction</a:t>
            </a:r>
            <a:endParaRPr lang="en-US" sz="2400" dirty="0"/>
          </a:p>
        </p:txBody>
      </p:sp>
      <p:sp>
        <p:nvSpPr>
          <p:cNvPr id="6" name="Text 4">
            <a:extLst>
              <a:ext uri="{FF2B5EF4-FFF2-40B4-BE49-F238E27FC236}">
                <a16:creationId xmlns:a16="http://schemas.microsoft.com/office/drawing/2014/main" id="{A95C41F2-E8AE-183D-B7D2-B584B66A5047}"/>
              </a:ext>
            </a:extLst>
          </p:cNvPr>
          <p:cNvSpPr/>
          <p:nvPr/>
        </p:nvSpPr>
        <p:spPr>
          <a:xfrm>
            <a:off x="7428548" y="2156222"/>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panose="020A0603040505020204" pitchFamily="18" charset="0"/>
                <a:ea typeface="PT Serif Light" pitchFamily="34" charset="-122"/>
                <a:cs typeface="PT Serif Light" pitchFamily="34" charset="-120"/>
              </a:rPr>
              <a:t>02</a:t>
            </a:r>
            <a:endParaRPr lang="en-US" sz="1750" dirty="0">
              <a:latin typeface="PT Serif" panose="020A0603040505020204" pitchFamily="18" charset="0"/>
            </a:endParaRPr>
          </a:p>
        </p:txBody>
      </p:sp>
      <p:sp>
        <p:nvSpPr>
          <p:cNvPr id="7" name="Shape 5">
            <a:extLst>
              <a:ext uri="{FF2B5EF4-FFF2-40B4-BE49-F238E27FC236}">
                <a16:creationId xmlns:a16="http://schemas.microsoft.com/office/drawing/2014/main" id="{420FFCDF-EFCF-D95B-39BF-71DEE8C305CC}"/>
              </a:ext>
            </a:extLst>
          </p:cNvPr>
          <p:cNvSpPr/>
          <p:nvPr/>
        </p:nvSpPr>
        <p:spPr>
          <a:xfrm>
            <a:off x="7428548" y="2511266"/>
            <a:ext cx="6408063" cy="30480"/>
          </a:xfrm>
          <a:prstGeom prst="rect">
            <a:avLst/>
          </a:prstGeom>
          <a:solidFill>
            <a:srgbClr val="E04F00"/>
          </a:solidFill>
          <a:ln/>
        </p:spPr>
      </p:sp>
      <p:sp>
        <p:nvSpPr>
          <p:cNvPr id="8" name="Text 6">
            <a:extLst>
              <a:ext uri="{FF2B5EF4-FFF2-40B4-BE49-F238E27FC236}">
                <a16:creationId xmlns:a16="http://schemas.microsoft.com/office/drawing/2014/main" id="{C5C44485-ABDB-D8CB-78F7-9276AAADB0B2}"/>
              </a:ext>
            </a:extLst>
          </p:cNvPr>
          <p:cNvSpPr/>
          <p:nvPr/>
        </p:nvSpPr>
        <p:spPr>
          <a:xfrm>
            <a:off x="7428548" y="2643068"/>
            <a:ext cx="4915852" cy="506016"/>
          </a:xfrm>
          <a:prstGeom prst="rect">
            <a:avLst/>
          </a:prstGeom>
          <a:noFill/>
          <a:ln/>
        </p:spPr>
        <p:txBody>
          <a:bodyPr wrap="none" lIns="0" tIns="0" rIns="0" bIns="0" rtlCol="0" anchor="t"/>
          <a:lstStyle/>
          <a:p>
            <a:pPr marL="0" indent="0" algn="l">
              <a:lnSpc>
                <a:spcPts val="3050"/>
              </a:lnSpc>
              <a:buNone/>
            </a:pPr>
            <a:r>
              <a:rPr lang="en-US" sz="2400" dirty="0">
                <a:solidFill>
                  <a:srgbClr val="383838"/>
                </a:solidFill>
                <a:latin typeface="PT Serif" pitchFamily="34" charset="0"/>
                <a:ea typeface="PT Serif" pitchFamily="34" charset="-122"/>
                <a:cs typeface="PT Serif" pitchFamily="34" charset="-120"/>
              </a:rPr>
              <a:t>Relevance of Variation and Correlation</a:t>
            </a:r>
            <a:endParaRPr lang="en-US" sz="2400" dirty="0"/>
          </a:p>
        </p:txBody>
      </p:sp>
      <p:sp>
        <p:nvSpPr>
          <p:cNvPr id="9" name="Text 7">
            <a:extLst>
              <a:ext uri="{FF2B5EF4-FFF2-40B4-BE49-F238E27FC236}">
                <a16:creationId xmlns:a16="http://schemas.microsoft.com/office/drawing/2014/main" id="{F49AA9FB-4CAF-BC7C-90F0-1D48BD93C205}"/>
              </a:ext>
            </a:extLst>
          </p:cNvPr>
          <p:cNvSpPr/>
          <p:nvPr/>
        </p:nvSpPr>
        <p:spPr>
          <a:xfrm>
            <a:off x="793790" y="3454479"/>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panose="020A0603040505020204" pitchFamily="18" charset="0"/>
                <a:ea typeface="PT Serif Light" pitchFamily="34" charset="-122"/>
                <a:cs typeface="PT Serif Light" pitchFamily="34" charset="-120"/>
              </a:rPr>
              <a:t>03</a:t>
            </a:r>
            <a:endParaRPr lang="en-US" sz="1750" dirty="0">
              <a:latin typeface="PT Serif" panose="020A0603040505020204" pitchFamily="18" charset="0"/>
            </a:endParaRPr>
          </a:p>
        </p:txBody>
      </p:sp>
      <p:sp>
        <p:nvSpPr>
          <p:cNvPr id="10" name="Shape 8">
            <a:extLst>
              <a:ext uri="{FF2B5EF4-FFF2-40B4-BE49-F238E27FC236}">
                <a16:creationId xmlns:a16="http://schemas.microsoft.com/office/drawing/2014/main" id="{F735EFEC-254C-A190-497E-54797BC377D7}"/>
              </a:ext>
            </a:extLst>
          </p:cNvPr>
          <p:cNvSpPr/>
          <p:nvPr/>
        </p:nvSpPr>
        <p:spPr>
          <a:xfrm>
            <a:off x="793790" y="3809524"/>
            <a:ext cx="6407944" cy="30480"/>
          </a:xfrm>
          <a:prstGeom prst="rect">
            <a:avLst/>
          </a:prstGeom>
          <a:solidFill>
            <a:srgbClr val="E04F00"/>
          </a:solidFill>
          <a:ln/>
        </p:spPr>
      </p:sp>
      <p:sp>
        <p:nvSpPr>
          <p:cNvPr id="11" name="Text 9">
            <a:extLst>
              <a:ext uri="{FF2B5EF4-FFF2-40B4-BE49-F238E27FC236}">
                <a16:creationId xmlns:a16="http://schemas.microsoft.com/office/drawing/2014/main" id="{1AC6FBEA-485A-7F7D-47FB-5FEB6466C2AF}"/>
              </a:ext>
            </a:extLst>
          </p:cNvPr>
          <p:cNvSpPr/>
          <p:nvPr/>
        </p:nvSpPr>
        <p:spPr>
          <a:xfrm>
            <a:off x="793790" y="3983831"/>
            <a:ext cx="5149810" cy="341590"/>
          </a:xfrm>
          <a:prstGeom prst="rect">
            <a:avLst/>
          </a:prstGeom>
          <a:noFill/>
          <a:ln/>
        </p:spPr>
        <p:txBody>
          <a:bodyPr wrap="square" lIns="0" tIns="0" rIns="0" bIns="0" rtlCol="0" anchor="t"/>
          <a:lstStyle/>
          <a:p>
            <a:pPr marL="0" indent="0" algn="l">
              <a:lnSpc>
                <a:spcPts val="3050"/>
              </a:lnSpc>
              <a:buNone/>
            </a:pPr>
            <a:r>
              <a:rPr lang="en-US" sz="2400" dirty="0">
                <a:solidFill>
                  <a:srgbClr val="383838"/>
                </a:solidFill>
                <a:latin typeface="PT Serif" pitchFamily="34" charset="0"/>
                <a:ea typeface="PT Serif" pitchFamily="34" charset="-122"/>
                <a:cs typeface="PT Serif" pitchFamily="34" charset="-120"/>
              </a:rPr>
              <a:t>Principal Component Analysis </a:t>
            </a:r>
            <a:endParaRPr lang="en-US" sz="2400" dirty="0"/>
          </a:p>
        </p:txBody>
      </p:sp>
      <p:sp>
        <p:nvSpPr>
          <p:cNvPr id="12" name="Text 10">
            <a:extLst>
              <a:ext uri="{FF2B5EF4-FFF2-40B4-BE49-F238E27FC236}">
                <a16:creationId xmlns:a16="http://schemas.microsoft.com/office/drawing/2014/main" id="{BB65B506-59D4-7376-A944-4C46A5D3D0DA}"/>
              </a:ext>
            </a:extLst>
          </p:cNvPr>
          <p:cNvSpPr/>
          <p:nvPr/>
        </p:nvSpPr>
        <p:spPr>
          <a:xfrm>
            <a:off x="7428548" y="3454479"/>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panose="020A0603040505020204" pitchFamily="18" charset="0"/>
                <a:ea typeface="PT Serif Light" pitchFamily="34" charset="-122"/>
                <a:cs typeface="PT Serif Light" pitchFamily="34" charset="-120"/>
              </a:rPr>
              <a:t>04</a:t>
            </a:r>
            <a:endParaRPr lang="en-US" sz="1750" dirty="0">
              <a:latin typeface="PT Serif" panose="020A0603040505020204" pitchFamily="18" charset="0"/>
            </a:endParaRPr>
          </a:p>
        </p:txBody>
      </p:sp>
      <p:sp>
        <p:nvSpPr>
          <p:cNvPr id="13" name="Shape 11">
            <a:extLst>
              <a:ext uri="{FF2B5EF4-FFF2-40B4-BE49-F238E27FC236}">
                <a16:creationId xmlns:a16="http://schemas.microsoft.com/office/drawing/2014/main" id="{D64D1A4C-2B9B-4174-ACD2-FF1592E30587}"/>
              </a:ext>
            </a:extLst>
          </p:cNvPr>
          <p:cNvSpPr/>
          <p:nvPr/>
        </p:nvSpPr>
        <p:spPr>
          <a:xfrm>
            <a:off x="7428548" y="3809524"/>
            <a:ext cx="6408063" cy="30480"/>
          </a:xfrm>
          <a:prstGeom prst="rect">
            <a:avLst/>
          </a:prstGeom>
          <a:solidFill>
            <a:srgbClr val="E04F00"/>
          </a:solidFill>
          <a:ln/>
        </p:spPr>
      </p:sp>
      <p:sp>
        <p:nvSpPr>
          <p:cNvPr id="14" name="Text 12">
            <a:extLst>
              <a:ext uri="{FF2B5EF4-FFF2-40B4-BE49-F238E27FC236}">
                <a16:creationId xmlns:a16="http://schemas.microsoft.com/office/drawing/2014/main" id="{5B2CEF56-AF19-B00B-757E-9F9AA779999A}"/>
              </a:ext>
            </a:extLst>
          </p:cNvPr>
          <p:cNvSpPr/>
          <p:nvPr/>
        </p:nvSpPr>
        <p:spPr>
          <a:xfrm>
            <a:off x="7428548" y="3983831"/>
            <a:ext cx="3837027" cy="372070"/>
          </a:xfrm>
          <a:prstGeom prst="rect">
            <a:avLst/>
          </a:prstGeom>
          <a:noFill/>
          <a:ln/>
        </p:spPr>
        <p:txBody>
          <a:bodyPr wrap="none" lIns="0" tIns="0" rIns="0" bIns="0" rtlCol="0" anchor="t"/>
          <a:lstStyle/>
          <a:p>
            <a:pPr marL="0" indent="0" algn="l">
              <a:lnSpc>
                <a:spcPts val="5100"/>
              </a:lnSpc>
              <a:buNone/>
            </a:pPr>
            <a:endParaRPr lang="en-US" sz="2400" dirty="0">
              <a:latin typeface="PT Serif" panose="020A0603040505020204" pitchFamily="18" charset="0"/>
            </a:endParaRPr>
          </a:p>
        </p:txBody>
      </p:sp>
      <p:sp>
        <p:nvSpPr>
          <p:cNvPr id="27" name="Text 9">
            <a:extLst>
              <a:ext uri="{FF2B5EF4-FFF2-40B4-BE49-F238E27FC236}">
                <a16:creationId xmlns:a16="http://schemas.microsoft.com/office/drawing/2014/main" id="{7E44A9EB-37D4-D3CC-6CA9-BE886EEF64E4}"/>
              </a:ext>
            </a:extLst>
          </p:cNvPr>
          <p:cNvSpPr/>
          <p:nvPr/>
        </p:nvSpPr>
        <p:spPr>
          <a:xfrm>
            <a:off x="7428548" y="3996348"/>
            <a:ext cx="5149810" cy="341590"/>
          </a:xfrm>
          <a:prstGeom prst="rect">
            <a:avLst/>
          </a:prstGeom>
          <a:noFill/>
          <a:ln/>
        </p:spPr>
        <p:txBody>
          <a:bodyPr wrap="none" lIns="0" tIns="0" rIns="0" bIns="0" rtlCol="0" anchor="t"/>
          <a:lstStyle/>
          <a:p>
            <a:pPr marL="0" indent="0" algn="l">
              <a:lnSpc>
                <a:spcPts val="3050"/>
              </a:lnSpc>
              <a:buNone/>
            </a:pPr>
            <a:r>
              <a:rPr lang="en-US" sz="2400" dirty="0">
                <a:solidFill>
                  <a:srgbClr val="383838"/>
                </a:solidFill>
                <a:latin typeface="PT Serif" pitchFamily="34" charset="0"/>
                <a:ea typeface="PT Serif" pitchFamily="34" charset="-122"/>
                <a:cs typeface="PT Serif" pitchFamily="34" charset="-120"/>
              </a:rPr>
              <a:t>PCA-Choice of Analysis Matrix </a:t>
            </a:r>
            <a:endParaRPr lang="en-US" sz="2400" dirty="0"/>
          </a:p>
        </p:txBody>
      </p:sp>
      <p:sp>
        <p:nvSpPr>
          <p:cNvPr id="16" name="Shape 11">
            <a:extLst>
              <a:ext uri="{FF2B5EF4-FFF2-40B4-BE49-F238E27FC236}">
                <a16:creationId xmlns:a16="http://schemas.microsoft.com/office/drawing/2014/main" id="{4817E384-431B-004E-9519-609CCEFD3F9D}"/>
              </a:ext>
            </a:extLst>
          </p:cNvPr>
          <p:cNvSpPr/>
          <p:nvPr/>
        </p:nvSpPr>
        <p:spPr>
          <a:xfrm>
            <a:off x="7461648" y="5501640"/>
            <a:ext cx="6408063" cy="30480"/>
          </a:xfrm>
          <a:prstGeom prst="rect">
            <a:avLst/>
          </a:prstGeom>
          <a:solidFill>
            <a:srgbClr val="E04F00"/>
          </a:solidFill>
          <a:ln/>
        </p:spPr>
      </p:sp>
      <p:sp>
        <p:nvSpPr>
          <p:cNvPr id="18" name="Text 4">
            <a:extLst>
              <a:ext uri="{FF2B5EF4-FFF2-40B4-BE49-F238E27FC236}">
                <a16:creationId xmlns:a16="http://schemas.microsoft.com/office/drawing/2014/main" id="{E7DC69CE-BE78-CF47-B8A0-AAF1F599331D}"/>
              </a:ext>
            </a:extLst>
          </p:cNvPr>
          <p:cNvSpPr/>
          <p:nvPr/>
        </p:nvSpPr>
        <p:spPr>
          <a:xfrm>
            <a:off x="907197" y="5058520"/>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panose="020A0603040505020204" pitchFamily="18" charset="0"/>
                <a:ea typeface="PT Serif Light" pitchFamily="34" charset="-122"/>
                <a:cs typeface="PT Serif Light" pitchFamily="34" charset="-120"/>
              </a:rPr>
              <a:t>05</a:t>
            </a:r>
            <a:endParaRPr lang="en-US" sz="1750" dirty="0">
              <a:latin typeface="PT Serif" panose="020A0603040505020204" pitchFamily="18" charset="0"/>
            </a:endParaRPr>
          </a:p>
        </p:txBody>
      </p:sp>
      <p:sp>
        <p:nvSpPr>
          <p:cNvPr id="19" name="Text 9">
            <a:extLst>
              <a:ext uri="{FF2B5EF4-FFF2-40B4-BE49-F238E27FC236}">
                <a16:creationId xmlns:a16="http://schemas.microsoft.com/office/drawing/2014/main" id="{22BC2E0A-B1F4-4040-8822-0C2B059492C6}"/>
              </a:ext>
            </a:extLst>
          </p:cNvPr>
          <p:cNvSpPr/>
          <p:nvPr/>
        </p:nvSpPr>
        <p:spPr>
          <a:xfrm>
            <a:off x="793790" y="5648622"/>
            <a:ext cx="5149810" cy="341590"/>
          </a:xfrm>
          <a:prstGeom prst="rect">
            <a:avLst/>
          </a:prstGeom>
          <a:noFill/>
          <a:ln/>
        </p:spPr>
        <p:txBody>
          <a:bodyPr wrap="none" lIns="0" tIns="0" rIns="0" bIns="0" rtlCol="0" anchor="t"/>
          <a:lstStyle/>
          <a:p>
            <a:pPr marL="0" indent="0" algn="l">
              <a:lnSpc>
                <a:spcPts val="3050"/>
              </a:lnSpc>
              <a:buNone/>
            </a:pPr>
            <a:r>
              <a:rPr lang="en-US" sz="2400" dirty="0">
                <a:solidFill>
                  <a:srgbClr val="383838"/>
                </a:solidFill>
                <a:latin typeface="PT Serif" pitchFamily="34" charset="0"/>
                <a:ea typeface="PT Serif" pitchFamily="34" charset="-122"/>
                <a:cs typeface="PT Serif" pitchFamily="34" charset="-120"/>
              </a:rPr>
              <a:t>PCA- Number of Components</a:t>
            </a:r>
            <a:endParaRPr lang="en-US" sz="2400" dirty="0"/>
          </a:p>
        </p:txBody>
      </p:sp>
      <p:sp>
        <p:nvSpPr>
          <p:cNvPr id="20" name="Shape 11">
            <a:extLst>
              <a:ext uri="{FF2B5EF4-FFF2-40B4-BE49-F238E27FC236}">
                <a16:creationId xmlns:a16="http://schemas.microsoft.com/office/drawing/2014/main" id="{E1497569-81C6-4F40-AA53-929BF0F2FC56}"/>
              </a:ext>
            </a:extLst>
          </p:cNvPr>
          <p:cNvSpPr/>
          <p:nvPr/>
        </p:nvSpPr>
        <p:spPr>
          <a:xfrm>
            <a:off x="915710" y="5486400"/>
            <a:ext cx="6408063" cy="30480"/>
          </a:xfrm>
          <a:prstGeom prst="rect">
            <a:avLst/>
          </a:prstGeom>
          <a:solidFill>
            <a:srgbClr val="E04F00"/>
          </a:solidFill>
          <a:ln/>
        </p:spPr>
      </p:sp>
      <p:sp>
        <p:nvSpPr>
          <p:cNvPr id="21" name="Text 4">
            <a:extLst>
              <a:ext uri="{FF2B5EF4-FFF2-40B4-BE49-F238E27FC236}">
                <a16:creationId xmlns:a16="http://schemas.microsoft.com/office/drawing/2014/main" id="{2E7DDC5B-190B-EF43-A52C-45C712740911}"/>
              </a:ext>
            </a:extLst>
          </p:cNvPr>
          <p:cNvSpPr/>
          <p:nvPr/>
        </p:nvSpPr>
        <p:spPr>
          <a:xfrm>
            <a:off x="7461648" y="5050186"/>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panose="020A0603040505020204" pitchFamily="18" charset="0"/>
                <a:ea typeface="PT Serif Light" pitchFamily="34" charset="-122"/>
                <a:cs typeface="PT Serif Light" pitchFamily="34" charset="-120"/>
              </a:rPr>
              <a:t>06</a:t>
            </a:r>
            <a:endParaRPr lang="en-US" sz="1750" dirty="0">
              <a:latin typeface="PT Serif" panose="020A0603040505020204" pitchFamily="18" charset="0"/>
            </a:endParaRPr>
          </a:p>
        </p:txBody>
      </p:sp>
      <p:sp>
        <p:nvSpPr>
          <p:cNvPr id="22" name="Text 9">
            <a:extLst>
              <a:ext uri="{FF2B5EF4-FFF2-40B4-BE49-F238E27FC236}">
                <a16:creationId xmlns:a16="http://schemas.microsoft.com/office/drawing/2014/main" id="{C355E4A2-467C-9A45-8BC8-48D4B0185ACA}"/>
              </a:ext>
            </a:extLst>
          </p:cNvPr>
          <p:cNvSpPr/>
          <p:nvPr/>
        </p:nvSpPr>
        <p:spPr>
          <a:xfrm>
            <a:off x="7489508" y="5721668"/>
            <a:ext cx="5149810" cy="341590"/>
          </a:xfrm>
          <a:prstGeom prst="rect">
            <a:avLst/>
          </a:prstGeom>
          <a:noFill/>
          <a:ln/>
        </p:spPr>
        <p:txBody>
          <a:bodyPr wrap="none" lIns="0" tIns="0" rIns="0" bIns="0" rtlCol="0" anchor="t"/>
          <a:lstStyle/>
          <a:p>
            <a:pPr marL="0" indent="0" algn="l">
              <a:lnSpc>
                <a:spcPts val="3050"/>
              </a:lnSpc>
              <a:buNone/>
            </a:pPr>
            <a:r>
              <a:rPr lang="en-US" sz="2400" dirty="0">
                <a:solidFill>
                  <a:srgbClr val="383838"/>
                </a:solidFill>
                <a:latin typeface="PT Serif" pitchFamily="34" charset="0"/>
                <a:ea typeface="PT Serif" pitchFamily="34" charset="-122"/>
                <a:cs typeface="PT Serif" pitchFamily="34" charset="-120"/>
              </a:rPr>
              <a:t>Case Study-Athletics Records</a:t>
            </a:r>
            <a:endParaRPr lang="en-US" sz="2400" dirty="0"/>
          </a:p>
        </p:txBody>
      </p:sp>
    </p:spTree>
    <p:extLst>
      <p:ext uri="{BB962C8B-B14F-4D97-AF65-F5344CB8AC3E}">
        <p14:creationId xmlns:p14="http://schemas.microsoft.com/office/powerpoint/2010/main" val="24162966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A34AB-82AD-5A1C-DAC9-54A9A9B430D2}"/>
              </a:ext>
            </a:extLst>
          </p:cNvPr>
          <p:cNvSpPr>
            <a:spLocks noGrp="1"/>
          </p:cNvSpPr>
          <p:nvPr>
            <p:ph type="title"/>
          </p:nvPr>
        </p:nvSpPr>
        <p:spPr>
          <a:xfrm>
            <a:off x="835325" y="298876"/>
            <a:ext cx="13656055" cy="610103"/>
          </a:xfrm>
        </p:spPr>
        <p:txBody>
          <a:bodyPr/>
          <a:lstStyle/>
          <a:p>
            <a:pPr marL="0" indent="0" algn="l">
              <a:lnSpc>
                <a:spcPts val="5100"/>
              </a:lnSpc>
              <a:buNone/>
            </a:pPr>
            <a:r>
              <a:rPr lang="en-US" sz="3600" dirty="0">
                <a:solidFill>
                  <a:srgbClr val="020202"/>
                </a:solidFill>
                <a:ea typeface="PT Serif" pitchFamily="34" charset="-122"/>
                <a:cs typeface="PT Serif" pitchFamily="34" charset="-120"/>
              </a:rPr>
              <a:t>The Need For Data Reduction</a:t>
            </a:r>
            <a:endParaRPr lang="en-US" sz="3600" dirty="0"/>
          </a:p>
        </p:txBody>
      </p:sp>
      <p:sp>
        <p:nvSpPr>
          <p:cNvPr id="3" name="TextBox 2">
            <a:extLst>
              <a:ext uri="{FF2B5EF4-FFF2-40B4-BE49-F238E27FC236}">
                <a16:creationId xmlns:a16="http://schemas.microsoft.com/office/drawing/2014/main" id="{1081FFF0-4CA2-49EC-F5F6-355FBF7303C5}"/>
              </a:ext>
            </a:extLst>
          </p:cNvPr>
          <p:cNvSpPr txBox="1"/>
          <p:nvPr/>
        </p:nvSpPr>
        <p:spPr>
          <a:xfrm>
            <a:off x="835325" y="1119692"/>
            <a:ext cx="13018538" cy="6413487"/>
          </a:xfrm>
          <a:prstGeom prst="rect">
            <a:avLst/>
          </a:prstGeom>
          <a:noFill/>
        </p:spPr>
        <p:txBody>
          <a:bodyPr wrap="square" rtlCol="0">
            <a:spAutoFit/>
          </a:bodyPr>
          <a:lstStyle/>
          <a:p>
            <a:pPr marL="0" indent="0" algn="l">
              <a:lnSpc>
                <a:spcPts val="3100"/>
              </a:lnSpc>
              <a:buNone/>
            </a:pPr>
            <a:r>
              <a:rPr lang="en-US" sz="1800" dirty="0">
                <a:solidFill>
                  <a:srgbClr val="383838"/>
                </a:solidFill>
                <a:latin typeface="PT Serif" panose="020A0603040505020204" pitchFamily="18" charset="0"/>
                <a:ea typeface="DM Sans" pitchFamily="34" charset="-122"/>
                <a:cs typeface="DM Sans" pitchFamily="34" charset="-120"/>
              </a:rPr>
              <a:t>Explosion in information collection techniques and data availability has resulted in data scientists facing a unique requirement – </a:t>
            </a:r>
            <a:r>
              <a:rPr lang="en-US" sz="1800" b="1" dirty="0">
                <a:solidFill>
                  <a:srgbClr val="383838"/>
                </a:solidFill>
                <a:latin typeface="PT Serif" panose="020A0603040505020204" pitchFamily="18" charset="0"/>
                <a:ea typeface="DM Sans" pitchFamily="34" charset="-122"/>
                <a:cs typeface="DM Sans" pitchFamily="34" charset="-120"/>
              </a:rPr>
              <a:t>Need for reducing data.</a:t>
            </a:r>
          </a:p>
          <a:p>
            <a:pPr algn="l">
              <a:lnSpc>
                <a:spcPts val="3100"/>
              </a:lnSpc>
            </a:pPr>
            <a:r>
              <a:rPr lang="en-US" sz="1800" dirty="0">
                <a:solidFill>
                  <a:srgbClr val="383838"/>
                </a:solidFill>
                <a:latin typeface="PT Serif" panose="020A0603040505020204" pitchFamily="18" charset="0"/>
                <a:ea typeface="DM Sans" pitchFamily="34" charset="-122"/>
                <a:cs typeface="DM Sans" pitchFamily="34" charset="-120"/>
              </a:rPr>
              <a:t>But how can more information be a problem?</a:t>
            </a:r>
          </a:p>
          <a:p>
            <a:pPr algn="l">
              <a:lnSpc>
                <a:spcPts val="3100"/>
              </a:lnSpc>
            </a:pPr>
            <a:endParaRPr lang="en-US" dirty="0">
              <a:solidFill>
                <a:srgbClr val="383838"/>
              </a:solidFill>
              <a:latin typeface="PT Serif" panose="020A0603040505020204" pitchFamily="18" charset="0"/>
            </a:endParaRPr>
          </a:p>
          <a:p>
            <a:pPr algn="l">
              <a:lnSpc>
                <a:spcPts val="3100"/>
              </a:lnSpc>
            </a:pPr>
            <a:endParaRPr lang="en-US" sz="1800" dirty="0">
              <a:solidFill>
                <a:srgbClr val="383838"/>
              </a:solidFill>
              <a:latin typeface="PT Serif" panose="020A0603040505020204" pitchFamily="18" charset="0"/>
            </a:endParaRPr>
          </a:p>
          <a:p>
            <a:pPr algn="l">
              <a:lnSpc>
                <a:spcPts val="3100"/>
              </a:lnSpc>
            </a:pPr>
            <a:endParaRPr lang="en-US" dirty="0">
              <a:solidFill>
                <a:srgbClr val="383838"/>
              </a:solidFill>
              <a:latin typeface="PT Serif" panose="020A0603040505020204" pitchFamily="18" charset="0"/>
            </a:endParaRPr>
          </a:p>
          <a:p>
            <a:pPr algn="l">
              <a:lnSpc>
                <a:spcPts val="3100"/>
              </a:lnSpc>
            </a:pPr>
            <a:endParaRPr lang="en-US" sz="1800" dirty="0">
              <a:solidFill>
                <a:srgbClr val="383838"/>
              </a:solidFill>
              <a:latin typeface="PT Serif" panose="020A0603040505020204" pitchFamily="18" charset="0"/>
            </a:endParaRPr>
          </a:p>
          <a:p>
            <a:pPr algn="l">
              <a:lnSpc>
                <a:spcPts val="3100"/>
              </a:lnSpc>
            </a:pPr>
            <a:endParaRPr lang="en-US" dirty="0">
              <a:solidFill>
                <a:srgbClr val="383838"/>
              </a:solidFill>
              <a:latin typeface="PT Serif" panose="020A0603040505020204" pitchFamily="18" charset="0"/>
            </a:endParaRPr>
          </a:p>
          <a:p>
            <a:pPr algn="l">
              <a:lnSpc>
                <a:spcPts val="3100"/>
              </a:lnSpc>
            </a:pPr>
            <a:endParaRPr lang="en-US" sz="1800" dirty="0">
              <a:solidFill>
                <a:srgbClr val="383838"/>
              </a:solidFill>
              <a:latin typeface="PT Serif" panose="020A0603040505020204" pitchFamily="18" charset="0"/>
            </a:endParaRPr>
          </a:p>
          <a:p>
            <a:pPr algn="l">
              <a:lnSpc>
                <a:spcPts val="3100"/>
              </a:lnSpc>
            </a:pPr>
            <a:endParaRPr lang="en-US" dirty="0">
              <a:solidFill>
                <a:srgbClr val="383838"/>
              </a:solidFill>
              <a:latin typeface="PT Serif" panose="020A0603040505020204" pitchFamily="18" charset="0"/>
            </a:endParaRPr>
          </a:p>
          <a:p>
            <a:pPr algn="l">
              <a:lnSpc>
                <a:spcPts val="3100"/>
              </a:lnSpc>
            </a:pPr>
            <a:endParaRPr lang="en-US" sz="1800" dirty="0">
              <a:solidFill>
                <a:srgbClr val="383838"/>
              </a:solidFill>
              <a:latin typeface="PT Serif" panose="020A0603040505020204" pitchFamily="18" charset="0"/>
            </a:endParaRPr>
          </a:p>
          <a:p>
            <a:pPr algn="l">
              <a:lnSpc>
                <a:spcPts val="3100"/>
              </a:lnSpc>
            </a:pPr>
            <a:endParaRPr lang="en-US" sz="1800" dirty="0">
              <a:solidFill>
                <a:srgbClr val="383838"/>
              </a:solidFill>
              <a:latin typeface="PT Serif" panose="020A0603040505020204" pitchFamily="18" charset="0"/>
            </a:endParaRPr>
          </a:p>
          <a:p>
            <a:pPr algn="l">
              <a:lnSpc>
                <a:spcPts val="3100"/>
              </a:lnSpc>
            </a:pPr>
            <a:r>
              <a:rPr lang="en-US" sz="1800" dirty="0">
                <a:solidFill>
                  <a:srgbClr val="383838"/>
                </a:solidFill>
                <a:latin typeface="PT Serif" panose="020A0603040505020204" pitchFamily="18" charset="0"/>
                <a:ea typeface="DM Sans" pitchFamily="34" charset="-122"/>
                <a:cs typeface="DM Sans" pitchFamily="34" charset="-120"/>
              </a:rPr>
              <a:t>Does this mean simply removing data? </a:t>
            </a:r>
            <a:r>
              <a:rPr lang="en-US" sz="1800" b="1" dirty="0">
                <a:solidFill>
                  <a:srgbClr val="383838"/>
                </a:solidFill>
                <a:latin typeface="PT Serif" panose="020A0603040505020204" pitchFamily="18" charset="0"/>
                <a:ea typeface="DM Sans" pitchFamily="34" charset="-122"/>
                <a:cs typeface="DM Sans" pitchFamily="34" charset="-120"/>
              </a:rPr>
              <a:t>Definitely not.</a:t>
            </a:r>
            <a:endParaRPr lang="en-US" sz="1800" dirty="0">
              <a:latin typeface="PT Serif" panose="020A0603040505020204" pitchFamily="18" charset="0"/>
            </a:endParaRPr>
          </a:p>
          <a:p>
            <a:pPr algn="l">
              <a:lnSpc>
                <a:spcPts val="3100"/>
              </a:lnSpc>
            </a:pPr>
            <a:r>
              <a:rPr lang="en-US" sz="1800" dirty="0">
                <a:solidFill>
                  <a:srgbClr val="383838"/>
                </a:solidFill>
                <a:latin typeface="PT Serif" panose="020A0603040505020204" pitchFamily="18" charset="0"/>
                <a:ea typeface="DM Sans" pitchFamily="34" charset="-122"/>
                <a:cs typeface="DM Sans" pitchFamily="34" charset="-120"/>
              </a:rPr>
              <a:t>Key rule is - Lose data but not information!</a:t>
            </a:r>
            <a:endParaRPr lang="en-US" sz="1800" dirty="0">
              <a:latin typeface="PT Serif" panose="020A0603040505020204" pitchFamily="18" charset="0"/>
            </a:endParaRPr>
          </a:p>
          <a:p>
            <a:pPr algn="l">
              <a:lnSpc>
                <a:spcPts val="3100"/>
              </a:lnSpc>
            </a:pPr>
            <a:endParaRPr lang="en-US" sz="1800" dirty="0">
              <a:latin typeface="PT Serif" panose="020A0603040505020204" pitchFamily="18" charset="0"/>
            </a:endParaRPr>
          </a:p>
          <a:p>
            <a:pPr marL="0" indent="0" algn="l">
              <a:lnSpc>
                <a:spcPts val="3100"/>
              </a:lnSpc>
              <a:buNone/>
            </a:pPr>
            <a:endParaRPr lang="en-US" sz="1800" dirty="0">
              <a:latin typeface="PT Serif" panose="020A0603040505020204" pitchFamily="18" charset="0"/>
            </a:endParaRPr>
          </a:p>
        </p:txBody>
      </p:sp>
      <p:sp>
        <p:nvSpPr>
          <p:cNvPr id="5" name="Shape 3">
            <a:extLst>
              <a:ext uri="{FF2B5EF4-FFF2-40B4-BE49-F238E27FC236}">
                <a16:creationId xmlns:a16="http://schemas.microsoft.com/office/drawing/2014/main" id="{8A2BBBEB-5FDE-85D6-D4BC-81F4A4D94CEE}"/>
              </a:ext>
            </a:extLst>
          </p:cNvPr>
          <p:cNvSpPr/>
          <p:nvPr/>
        </p:nvSpPr>
        <p:spPr>
          <a:xfrm>
            <a:off x="793790" y="2950488"/>
            <a:ext cx="6422231" cy="1178004"/>
          </a:xfrm>
          <a:prstGeom prst="roundRect">
            <a:avLst>
              <a:gd name="adj" fmla="val 2527"/>
            </a:avLst>
          </a:prstGeom>
          <a:solidFill>
            <a:srgbClr val="F2EEEE"/>
          </a:solidFill>
          <a:ln/>
        </p:spPr>
      </p:sp>
      <p:sp>
        <p:nvSpPr>
          <p:cNvPr id="6" name="Text 4">
            <a:extLst>
              <a:ext uri="{FF2B5EF4-FFF2-40B4-BE49-F238E27FC236}">
                <a16:creationId xmlns:a16="http://schemas.microsoft.com/office/drawing/2014/main" id="{DF42ABDF-EE53-81D2-D02E-4F03E4B54268}"/>
              </a:ext>
            </a:extLst>
          </p:cNvPr>
          <p:cNvSpPr/>
          <p:nvPr/>
        </p:nvSpPr>
        <p:spPr>
          <a:xfrm>
            <a:off x="992148" y="3148846"/>
            <a:ext cx="3980498" cy="390644"/>
          </a:xfrm>
          <a:prstGeom prst="rect">
            <a:avLst/>
          </a:prstGeom>
          <a:noFill/>
          <a:ln/>
        </p:spPr>
        <p:txBody>
          <a:bodyPr wrap="none" lIns="0" tIns="0" rIns="0" bIns="0" rtlCol="0" anchor="t"/>
          <a:lstStyle/>
          <a:p>
            <a:pPr marL="0" indent="0" algn="l">
              <a:lnSpc>
                <a:spcPts val="3050"/>
              </a:lnSpc>
              <a:buNone/>
            </a:pPr>
            <a:r>
              <a:rPr lang="en-US" sz="2400" dirty="0">
                <a:solidFill>
                  <a:srgbClr val="383838"/>
                </a:solidFill>
                <a:latin typeface="PT Serif" panose="020A0603040505020204" pitchFamily="18" charset="0"/>
                <a:ea typeface="PT Serif" pitchFamily="34" charset="-122"/>
                <a:cs typeface="PT Serif" pitchFamily="34" charset="-120"/>
              </a:rPr>
              <a:t>Not all data fields are useful.</a:t>
            </a:r>
            <a:endParaRPr lang="en-US" sz="2400" dirty="0">
              <a:latin typeface="PT Serif" panose="020A0603040505020204" pitchFamily="18" charset="0"/>
            </a:endParaRPr>
          </a:p>
        </p:txBody>
      </p:sp>
      <p:sp>
        <p:nvSpPr>
          <p:cNvPr id="7" name="Shape 5">
            <a:extLst>
              <a:ext uri="{FF2B5EF4-FFF2-40B4-BE49-F238E27FC236}">
                <a16:creationId xmlns:a16="http://schemas.microsoft.com/office/drawing/2014/main" id="{B727E8AB-DA4B-E1B0-3315-D1AAB7DB6B81}"/>
              </a:ext>
            </a:extLst>
          </p:cNvPr>
          <p:cNvSpPr/>
          <p:nvPr/>
        </p:nvSpPr>
        <p:spPr>
          <a:xfrm>
            <a:off x="7414379" y="2950488"/>
            <a:ext cx="6422231" cy="1178004"/>
          </a:xfrm>
          <a:prstGeom prst="roundRect">
            <a:avLst>
              <a:gd name="adj" fmla="val 2527"/>
            </a:avLst>
          </a:prstGeom>
          <a:solidFill>
            <a:srgbClr val="F2EEEE"/>
          </a:solidFill>
          <a:ln/>
        </p:spPr>
      </p:sp>
      <p:sp>
        <p:nvSpPr>
          <p:cNvPr id="8" name="Text 6">
            <a:extLst>
              <a:ext uri="{FF2B5EF4-FFF2-40B4-BE49-F238E27FC236}">
                <a16:creationId xmlns:a16="http://schemas.microsoft.com/office/drawing/2014/main" id="{84B19D89-09C7-ADF0-333B-7F947765DC23}"/>
              </a:ext>
            </a:extLst>
          </p:cNvPr>
          <p:cNvSpPr/>
          <p:nvPr/>
        </p:nvSpPr>
        <p:spPr>
          <a:xfrm>
            <a:off x="7612737" y="3148846"/>
            <a:ext cx="6025515" cy="781288"/>
          </a:xfrm>
          <a:prstGeom prst="rect">
            <a:avLst/>
          </a:prstGeom>
          <a:noFill/>
          <a:ln/>
        </p:spPr>
        <p:txBody>
          <a:bodyPr wrap="square" lIns="0" tIns="0" rIns="0" bIns="0" rtlCol="0" anchor="t"/>
          <a:lstStyle/>
          <a:p>
            <a:pPr marL="0" indent="0" algn="l">
              <a:lnSpc>
                <a:spcPts val="3050"/>
              </a:lnSpc>
              <a:buNone/>
            </a:pPr>
            <a:r>
              <a:rPr lang="en-US" sz="2400" dirty="0">
                <a:solidFill>
                  <a:srgbClr val="383838"/>
                </a:solidFill>
                <a:latin typeface="PT Serif" panose="020A0603040505020204" pitchFamily="18" charset="0"/>
                <a:ea typeface="PT Serif" pitchFamily="34" charset="-122"/>
                <a:cs typeface="PT Serif" pitchFamily="34" charset="-120"/>
              </a:rPr>
              <a:t>Variables can be highly correlated or at times redundant</a:t>
            </a:r>
            <a:endParaRPr lang="en-US" sz="2400" dirty="0">
              <a:latin typeface="PT Serif" panose="020A0603040505020204" pitchFamily="18" charset="0"/>
            </a:endParaRPr>
          </a:p>
        </p:txBody>
      </p:sp>
      <p:sp>
        <p:nvSpPr>
          <p:cNvPr id="9" name="Shape 7">
            <a:extLst>
              <a:ext uri="{FF2B5EF4-FFF2-40B4-BE49-F238E27FC236}">
                <a16:creationId xmlns:a16="http://schemas.microsoft.com/office/drawing/2014/main" id="{9ADA0F1F-575E-016A-2756-4E908C23A274}"/>
              </a:ext>
            </a:extLst>
          </p:cNvPr>
          <p:cNvSpPr/>
          <p:nvPr/>
        </p:nvSpPr>
        <p:spPr>
          <a:xfrm>
            <a:off x="793790" y="4326850"/>
            <a:ext cx="6422231" cy="1178004"/>
          </a:xfrm>
          <a:prstGeom prst="roundRect">
            <a:avLst>
              <a:gd name="adj" fmla="val 2527"/>
            </a:avLst>
          </a:prstGeom>
          <a:solidFill>
            <a:srgbClr val="F2EEEE"/>
          </a:solidFill>
          <a:ln/>
        </p:spPr>
      </p:sp>
      <p:sp>
        <p:nvSpPr>
          <p:cNvPr id="10" name="Text 8">
            <a:extLst>
              <a:ext uri="{FF2B5EF4-FFF2-40B4-BE49-F238E27FC236}">
                <a16:creationId xmlns:a16="http://schemas.microsoft.com/office/drawing/2014/main" id="{C5BEAD52-346E-016E-2635-5082A0DE5C50}"/>
              </a:ext>
            </a:extLst>
          </p:cNvPr>
          <p:cNvSpPr/>
          <p:nvPr/>
        </p:nvSpPr>
        <p:spPr>
          <a:xfrm>
            <a:off x="992148" y="4525208"/>
            <a:ext cx="6025515" cy="781288"/>
          </a:xfrm>
          <a:prstGeom prst="rect">
            <a:avLst/>
          </a:prstGeom>
          <a:noFill/>
          <a:ln/>
        </p:spPr>
        <p:txBody>
          <a:bodyPr wrap="square" lIns="0" tIns="0" rIns="0" bIns="0" rtlCol="0" anchor="t"/>
          <a:lstStyle/>
          <a:p>
            <a:pPr marL="0" indent="0" algn="l">
              <a:lnSpc>
                <a:spcPts val="3050"/>
              </a:lnSpc>
              <a:buNone/>
            </a:pPr>
            <a:r>
              <a:rPr lang="en-US" sz="2400" dirty="0">
                <a:solidFill>
                  <a:srgbClr val="383838"/>
                </a:solidFill>
                <a:latin typeface="PT Serif" panose="020A0603040505020204" pitchFamily="18" charset="0"/>
                <a:ea typeface="PT Serif" pitchFamily="34" charset="-122"/>
                <a:cs typeface="PT Serif" pitchFamily="34" charset="-120"/>
              </a:rPr>
              <a:t>Most data analysis algorithms work on columns (variables).</a:t>
            </a:r>
            <a:endParaRPr lang="en-US" sz="2400" dirty="0">
              <a:latin typeface="PT Serif" panose="020A0603040505020204" pitchFamily="18" charset="0"/>
            </a:endParaRPr>
          </a:p>
        </p:txBody>
      </p:sp>
      <p:sp>
        <p:nvSpPr>
          <p:cNvPr id="11" name="Shape 9">
            <a:extLst>
              <a:ext uri="{FF2B5EF4-FFF2-40B4-BE49-F238E27FC236}">
                <a16:creationId xmlns:a16="http://schemas.microsoft.com/office/drawing/2014/main" id="{CAE7FC46-6101-0A4F-4F1D-E4D658058B6D}"/>
              </a:ext>
            </a:extLst>
          </p:cNvPr>
          <p:cNvSpPr/>
          <p:nvPr/>
        </p:nvSpPr>
        <p:spPr>
          <a:xfrm>
            <a:off x="7414379" y="4326850"/>
            <a:ext cx="6422231" cy="1178004"/>
          </a:xfrm>
          <a:prstGeom prst="roundRect">
            <a:avLst>
              <a:gd name="adj" fmla="val 2527"/>
            </a:avLst>
          </a:prstGeom>
          <a:solidFill>
            <a:srgbClr val="F2EEEE"/>
          </a:solidFill>
          <a:ln/>
        </p:spPr>
      </p:sp>
      <p:sp>
        <p:nvSpPr>
          <p:cNvPr id="12" name="Text 10">
            <a:extLst>
              <a:ext uri="{FF2B5EF4-FFF2-40B4-BE49-F238E27FC236}">
                <a16:creationId xmlns:a16="http://schemas.microsoft.com/office/drawing/2014/main" id="{6B03AF34-C442-37E3-50A0-D6A932379EDC}"/>
              </a:ext>
            </a:extLst>
          </p:cNvPr>
          <p:cNvSpPr/>
          <p:nvPr/>
        </p:nvSpPr>
        <p:spPr>
          <a:xfrm>
            <a:off x="7612737" y="4525208"/>
            <a:ext cx="6025515" cy="781288"/>
          </a:xfrm>
          <a:prstGeom prst="rect">
            <a:avLst/>
          </a:prstGeom>
          <a:noFill/>
          <a:ln/>
        </p:spPr>
        <p:txBody>
          <a:bodyPr wrap="square" lIns="0" tIns="0" rIns="0" bIns="0" rtlCol="0" anchor="t"/>
          <a:lstStyle/>
          <a:p>
            <a:pPr marL="0" indent="0" algn="l">
              <a:lnSpc>
                <a:spcPts val="3050"/>
              </a:lnSpc>
              <a:buNone/>
            </a:pPr>
            <a:r>
              <a:rPr lang="en-US" sz="2400" dirty="0">
                <a:solidFill>
                  <a:srgbClr val="383838"/>
                </a:solidFill>
                <a:latin typeface="PT Serif" panose="020A0603040505020204" pitchFamily="18" charset="0"/>
                <a:ea typeface="PT Serif" pitchFamily="34" charset="-122"/>
                <a:cs typeface="PT Serif" pitchFamily="34" charset="-120"/>
              </a:rPr>
              <a:t>Large number of variables may result in slowing down of the process.</a:t>
            </a:r>
            <a:endParaRPr lang="en-US" sz="2400" dirty="0">
              <a:latin typeface="PT Serif" panose="020A0603040505020204" pitchFamily="18" charset="0"/>
            </a:endParaRPr>
          </a:p>
        </p:txBody>
      </p:sp>
    </p:spTree>
    <p:extLst>
      <p:ext uri="{BB962C8B-B14F-4D97-AF65-F5344CB8AC3E}">
        <p14:creationId xmlns:p14="http://schemas.microsoft.com/office/powerpoint/2010/main" val="22691457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182046-9F2B-0214-888F-41697EF9EE2B}"/>
              </a:ext>
            </a:extLst>
          </p:cNvPr>
          <p:cNvSpPr>
            <a:spLocks noGrp="1"/>
          </p:cNvSpPr>
          <p:nvPr>
            <p:ph type="title"/>
          </p:nvPr>
        </p:nvSpPr>
        <p:spPr>
          <a:xfrm>
            <a:off x="1157985" y="457200"/>
            <a:ext cx="13648262" cy="1143000"/>
          </a:xfrm>
        </p:spPr>
        <p:txBody>
          <a:bodyPr/>
          <a:lstStyle/>
          <a:p>
            <a:r>
              <a:rPr lang="en-US" sz="3600" dirty="0">
                <a:solidFill>
                  <a:srgbClr val="020202"/>
                </a:solidFill>
                <a:ea typeface="PT Serif" pitchFamily="34" charset="-122"/>
                <a:cs typeface="PT Serif" pitchFamily="34" charset="-120"/>
              </a:rPr>
              <a:t>What Is High Dimensional Data?</a:t>
            </a:r>
            <a:br>
              <a:rPr lang="en-US" sz="3600" dirty="0"/>
            </a:br>
            <a:endParaRPr lang="en-IN" sz="3600" dirty="0"/>
          </a:p>
        </p:txBody>
      </p:sp>
      <p:sp>
        <p:nvSpPr>
          <p:cNvPr id="3" name="Text Placeholder 2">
            <a:extLst>
              <a:ext uri="{FF2B5EF4-FFF2-40B4-BE49-F238E27FC236}">
                <a16:creationId xmlns:a16="http://schemas.microsoft.com/office/drawing/2014/main" id="{2DC191F2-0D39-3AA9-C4C2-1C56A5F42E6D}"/>
              </a:ext>
            </a:extLst>
          </p:cNvPr>
          <p:cNvSpPr>
            <a:spLocks noGrp="1"/>
          </p:cNvSpPr>
          <p:nvPr>
            <p:ph type="body" idx="1"/>
          </p:nvPr>
        </p:nvSpPr>
        <p:spPr>
          <a:xfrm>
            <a:off x="1157985" y="1713084"/>
            <a:ext cx="12307402" cy="4887306"/>
          </a:xfrm>
        </p:spPr>
        <p:txBody>
          <a:bodyPr/>
          <a:lstStyle/>
          <a:p>
            <a:pPr algn="l">
              <a:lnSpc>
                <a:spcPct val="150000"/>
              </a:lnSpc>
            </a:pPr>
            <a:r>
              <a:rPr lang="en-US" sz="2400" dirty="0">
                <a:solidFill>
                  <a:srgbClr val="020202"/>
                </a:solidFill>
                <a:ea typeface="PT Serif" pitchFamily="34" charset="-122"/>
                <a:cs typeface="PT Serif" pitchFamily="34" charset="-120"/>
              </a:rPr>
              <a:t>Definition:</a:t>
            </a:r>
          </a:p>
          <a:p>
            <a:pPr algn="l">
              <a:lnSpc>
                <a:spcPct val="150000"/>
              </a:lnSpc>
            </a:pPr>
            <a:r>
              <a:rPr lang="en-US" sz="1800" b="1" dirty="0">
                <a:solidFill>
                  <a:srgbClr val="383838"/>
                </a:solidFill>
                <a:ea typeface="DM Sans" pitchFamily="34" charset="-122"/>
                <a:cs typeface="DM Sans" pitchFamily="34" charset="-120"/>
              </a:rPr>
              <a:t>Majority of the real world analytics</a:t>
            </a:r>
            <a:r>
              <a:rPr lang="en-US" sz="1800" dirty="0">
                <a:solidFill>
                  <a:srgbClr val="383838"/>
                </a:solidFill>
                <a:ea typeface="DM Sans" pitchFamily="34" charset="-122"/>
                <a:cs typeface="DM Sans" pitchFamily="34" charset="-120"/>
              </a:rPr>
              <a:t> - in the fields of medical sciences, ecology, biology, finance, etc. - deals with datasets having a few dozens to hundreds and at times thousands of variables. Also the number of cases can go up several million depending upon the industry.</a:t>
            </a:r>
          </a:p>
          <a:p>
            <a:pPr algn="l">
              <a:lnSpc>
                <a:spcPct val="150000"/>
              </a:lnSpc>
            </a:pPr>
            <a:endParaRPr lang="en-US" sz="1800" dirty="0"/>
          </a:p>
          <a:p>
            <a:pPr algn="l">
              <a:lnSpc>
                <a:spcPct val="150000"/>
              </a:lnSpc>
            </a:pPr>
            <a:r>
              <a:rPr lang="en-US" sz="2400" dirty="0">
                <a:solidFill>
                  <a:srgbClr val="020202"/>
                </a:solidFill>
                <a:ea typeface="PT Serif" pitchFamily="34" charset="-122"/>
                <a:cs typeface="PT Serif" pitchFamily="34" charset="-120"/>
              </a:rPr>
              <a:t>Example:</a:t>
            </a:r>
            <a:endParaRPr lang="en-US" sz="2400" dirty="0"/>
          </a:p>
          <a:p>
            <a:pPr algn="l">
              <a:lnSpc>
                <a:spcPct val="150000"/>
              </a:lnSpc>
            </a:pPr>
            <a:r>
              <a:rPr lang="en-US" sz="1800" dirty="0">
                <a:solidFill>
                  <a:srgbClr val="383838"/>
                </a:solidFill>
                <a:ea typeface="DM Sans" pitchFamily="34" charset="-122"/>
                <a:cs typeface="DM Sans" pitchFamily="34" charset="-120"/>
              </a:rPr>
              <a:t>Consider a dataset with patient medical records containing hundreds of measurements including vital signs, lab results, genetic markers, imaging data, and treatment histories. Each patient represents one observation, but the number of variables can easily exceed 1,000, creating a high-dimensional dataset that requires dimensionality reduction techniques.</a:t>
            </a:r>
            <a:endParaRPr lang="en-US" sz="1800" dirty="0"/>
          </a:p>
          <a:p>
            <a:pPr algn="l">
              <a:lnSpc>
                <a:spcPct val="150000"/>
              </a:lnSpc>
            </a:pPr>
            <a:endParaRPr lang="en-US" sz="1800" dirty="0"/>
          </a:p>
          <a:p>
            <a:pPr>
              <a:lnSpc>
                <a:spcPct val="150000"/>
              </a:lnSpc>
            </a:pPr>
            <a:endParaRPr lang="en-IN" sz="1800" dirty="0"/>
          </a:p>
        </p:txBody>
      </p:sp>
    </p:spTree>
    <p:extLst>
      <p:ext uri="{BB962C8B-B14F-4D97-AF65-F5344CB8AC3E}">
        <p14:creationId xmlns:p14="http://schemas.microsoft.com/office/powerpoint/2010/main" val="9329182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182046-9F2B-0214-888F-41697EF9EE2B}"/>
              </a:ext>
            </a:extLst>
          </p:cNvPr>
          <p:cNvSpPr>
            <a:spLocks noGrp="1"/>
          </p:cNvSpPr>
          <p:nvPr>
            <p:ph type="title"/>
          </p:nvPr>
        </p:nvSpPr>
        <p:spPr>
          <a:xfrm>
            <a:off x="1157984" y="783559"/>
            <a:ext cx="13656055" cy="553998"/>
          </a:xfrm>
        </p:spPr>
        <p:txBody>
          <a:bodyPr/>
          <a:lstStyle/>
          <a:p>
            <a:r>
              <a:rPr lang="en-US" sz="3600" dirty="0"/>
              <a:t>Data Reduction</a:t>
            </a:r>
            <a:endParaRPr lang="en-IN" sz="3600" dirty="0"/>
          </a:p>
        </p:txBody>
      </p:sp>
      <p:sp>
        <p:nvSpPr>
          <p:cNvPr id="3" name="Text Placeholder 2">
            <a:extLst>
              <a:ext uri="{FF2B5EF4-FFF2-40B4-BE49-F238E27FC236}">
                <a16:creationId xmlns:a16="http://schemas.microsoft.com/office/drawing/2014/main" id="{2DC191F2-0D39-3AA9-C4C2-1C56A5F42E6D}"/>
              </a:ext>
            </a:extLst>
          </p:cNvPr>
          <p:cNvSpPr>
            <a:spLocks noGrp="1"/>
          </p:cNvSpPr>
          <p:nvPr>
            <p:ph type="body" idx="1"/>
          </p:nvPr>
        </p:nvSpPr>
        <p:spPr>
          <a:xfrm>
            <a:off x="1157984" y="1713084"/>
            <a:ext cx="12314429" cy="1202445"/>
          </a:xfrm>
        </p:spPr>
        <p:txBody>
          <a:bodyPr/>
          <a:lstStyle/>
          <a:p>
            <a:pPr marL="285750" indent="-285750">
              <a:lnSpc>
                <a:spcPct val="150000"/>
              </a:lnSpc>
              <a:spcBef>
                <a:spcPts val="0"/>
              </a:spcBef>
              <a:buSzPct val="100000"/>
              <a:buFont typeface="Arial" panose="020B0604020202020204" pitchFamily="34" charset="0"/>
              <a:buChar char="•"/>
            </a:pPr>
            <a:r>
              <a:rPr lang="en-US" sz="1800" b="1" dirty="0">
                <a:solidFill>
                  <a:schemeClr val="tx1"/>
                </a:solidFill>
                <a:ea typeface="Open Sans Light"/>
                <a:cs typeface="Open Sans Light"/>
                <a:sym typeface="Open Sans Light"/>
              </a:rPr>
              <a:t>Summary of data with p variables  by a smaller set of (k) derived variables. </a:t>
            </a:r>
            <a:endParaRPr lang="en-US" sz="1800" dirty="0">
              <a:solidFill>
                <a:schemeClr val="tx1"/>
              </a:solidFill>
            </a:endParaRPr>
          </a:p>
          <a:p>
            <a:pPr marL="285750" indent="-285750">
              <a:lnSpc>
                <a:spcPct val="150000"/>
              </a:lnSpc>
              <a:buSzPct val="100000"/>
              <a:buFont typeface="Arial" panose="020B0604020202020204" pitchFamily="34" charset="0"/>
              <a:buChar char="•"/>
            </a:pPr>
            <a:r>
              <a:rPr lang="en-US" sz="1800" dirty="0">
                <a:solidFill>
                  <a:schemeClr val="tx1"/>
                </a:solidFill>
                <a:ea typeface="Open Sans Light"/>
                <a:cs typeface="Open Sans Light"/>
                <a:sym typeface="Open Sans Light"/>
              </a:rPr>
              <a:t>These k derived variables are </a:t>
            </a:r>
            <a:r>
              <a:rPr lang="en-US" sz="1800" b="1" dirty="0">
                <a:solidFill>
                  <a:schemeClr val="tx1"/>
                </a:solidFill>
                <a:ea typeface="Open Sans Light"/>
                <a:cs typeface="Open Sans Light"/>
                <a:sym typeface="Open Sans Light"/>
              </a:rPr>
              <a:t>linear combinations of original p variables.</a:t>
            </a:r>
            <a:endParaRPr lang="en-US" sz="1800" b="1" dirty="0">
              <a:solidFill>
                <a:schemeClr val="tx1"/>
              </a:solidFill>
              <a:sym typeface="Open Sans Light"/>
            </a:endParaRPr>
          </a:p>
          <a:p>
            <a:pPr marL="285750" indent="-285750">
              <a:lnSpc>
                <a:spcPct val="150000"/>
              </a:lnSpc>
              <a:buSzPct val="100000"/>
              <a:buFont typeface="Arial" panose="020B0604020202020204" pitchFamily="34" charset="0"/>
              <a:buChar char="•"/>
            </a:pPr>
            <a:r>
              <a:rPr lang="en-US" sz="1800" dirty="0">
                <a:solidFill>
                  <a:schemeClr val="tx1"/>
                </a:solidFill>
                <a:ea typeface="Arial"/>
                <a:cs typeface="Arial"/>
                <a:sym typeface="Arial"/>
              </a:rPr>
              <a:t>In short,  </a:t>
            </a:r>
            <a:r>
              <a:rPr lang="en-US" sz="1800" b="1" dirty="0">
                <a:solidFill>
                  <a:schemeClr val="tx1"/>
                </a:solidFill>
                <a:ea typeface="Arial"/>
                <a:cs typeface="Arial"/>
                <a:sym typeface="Arial"/>
              </a:rPr>
              <a:t>n * p </a:t>
            </a:r>
            <a:r>
              <a:rPr lang="en-US" sz="1800" dirty="0">
                <a:solidFill>
                  <a:schemeClr val="tx1"/>
                </a:solidFill>
                <a:ea typeface="Arial"/>
                <a:cs typeface="Arial"/>
                <a:sym typeface="Arial"/>
              </a:rPr>
              <a:t>matrix is </a:t>
            </a:r>
            <a:r>
              <a:rPr lang="en-US" sz="1800" b="1" dirty="0">
                <a:solidFill>
                  <a:schemeClr val="tx1"/>
                </a:solidFill>
                <a:ea typeface="Arial"/>
                <a:cs typeface="Arial"/>
                <a:sym typeface="Arial"/>
              </a:rPr>
              <a:t>reduced to n * k</a:t>
            </a:r>
            <a:r>
              <a:rPr lang="en-US" sz="1800" dirty="0">
                <a:solidFill>
                  <a:schemeClr val="tx1"/>
                </a:solidFill>
                <a:ea typeface="Arial"/>
                <a:cs typeface="Arial"/>
                <a:sym typeface="Arial"/>
              </a:rPr>
              <a:t> matrix.</a:t>
            </a:r>
            <a:endParaRPr lang="en-US" sz="1800" dirty="0">
              <a:solidFill>
                <a:schemeClr val="tx1"/>
              </a:solidFill>
            </a:endParaRPr>
          </a:p>
        </p:txBody>
      </p:sp>
      <p:graphicFrame>
        <p:nvGraphicFramePr>
          <p:cNvPr id="8" name="Google Shape;1159;p114">
            <a:extLst>
              <a:ext uri="{FF2B5EF4-FFF2-40B4-BE49-F238E27FC236}">
                <a16:creationId xmlns:a16="http://schemas.microsoft.com/office/drawing/2014/main" id="{27899EC1-9075-CD31-2C4D-A628C85A8EFA}"/>
              </a:ext>
            </a:extLst>
          </p:cNvPr>
          <p:cNvGraphicFramePr/>
          <p:nvPr>
            <p:extLst>
              <p:ext uri="{D42A27DB-BD31-4B8C-83A1-F6EECF244321}">
                <p14:modId xmlns:p14="http://schemas.microsoft.com/office/powerpoint/2010/main" val="2634716077"/>
              </p:ext>
            </p:extLst>
          </p:nvPr>
        </p:nvGraphicFramePr>
        <p:xfrm>
          <a:off x="2158664" y="3946700"/>
          <a:ext cx="5466800" cy="3115280"/>
        </p:xfrm>
        <a:graphic>
          <a:graphicData uri="http://schemas.openxmlformats.org/drawingml/2006/table">
            <a:tbl>
              <a:tblPr firstRow="1" bandRow="1">
                <a:noFill/>
              </a:tblPr>
              <a:tblGrid>
                <a:gridCol w="546680">
                  <a:extLst>
                    <a:ext uri="{9D8B030D-6E8A-4147-A177-3AD203B41FA5}">
                      <a16:colId xmlns:a16="http://schemas.microsoft.com/office/drawing/2014/main" val="20000"/>
                    </a:ext>
                  </a:extLst>
                </a:gridCol>
                <a:gridCol w="546680">
                  <a:extLst>
                    <a:ext uri="{9D8B030D-6E8A-4147-A177-3AD203B41FA5}">
                      <a16:colId xmlns:a16="http://schemas.microsoft.com/office/drawing/2014/main" val="20001"/>
                    </a:ext>
                  </a:extLst>
                </a:gridCol>
                <a:gridCol w="546680">
                  <a:extLst>
                    <a:ext uri="{9D8B030D-6E8A-4147-A177-3AD203B41FA5}">
                      <a16:colId xmlns:a16="http://schemas.microsoft.com/office/drawing/2014/main" val="20002"/>
                    </a:ext>
                  </a:extLst>
                </a:gridCol>
                <a:gridCol w="546680">
                  <a:extLst>
                    <a:ext uri="{9D8B030D-6E8A-4147-A177-3AD203B41FA5}">
                      <a16:colId xmlns:a16="http://schemas.microsoft.com/office/drawing/2014/main" val="20003"/>
                    </a:ext>
                  </a:extLst>
                </a:gridCol>
                <a:gridCol w="546680">
                  <a:extLst>
                    <a:ext uri="{9D8B030D-6E8A-4147-A177-3AD203B41FA5}">
                      <a16:colId xmlns:a16="http://schemas.microsoft.com/office/drawing/2014/main" val="20004"/>
                    </a:ext>
                  </a:extLst>
                </a:gridCol>
                <a:gridCol w="546680">
                  <a:extLst>
                    <a:ext uri="{9D8B030D-6E8A-4147-A177-3AD203B41FA5}">
                      <a16:colId xmlns:a16="http://schemas.microsoft.com/office/drawing/2014/main" val="20005"/>
                    </a:ext>
                  </a:extLst>
                </a:gridCol>
                <a:gridCol w="546680">
                  <a:extLst>
                    <a:ext uri="{9D8B030D-6E8A-4147-A177-3AD203B41FA5}">
                      <a16:colId xmlns:a16="http://schemas.microsoft.com/office/drawing/2014/main" val="20006"/>
                    </a:ext>
                  </a:extLst>
                </a:gridCol>
                <a:gridCol w="546680">
                  <a:extLst>
                    <a:ext uri="{9D8B030D-6E8A-4147-A177-3AD203B41FA5}">
                      <a16:colId xmlns:a16="http://schemas.microsoft.com/office/drawing/2014/main" val="20007"/>
                    </a:ext>
                  </a:extLst>
                </a:gridCol>
                <a:gridCol w="546680">
                  <a:extLst>
                    <a:ext uri="{9D8B030D-6E8A-4147-A177-3AD203B41FA5}">
                      <a16:colId xmlns:a16="http://schemas.microsoft.com/office/drawing/2014/main" val="20008"/>
                    </a:ext>
                  </a:extLst>
                </a:gridCol>
                <a:gridCol w="546680">
                  <a:extLst>
                    <a:ext uri="{9D8B030D-6E8A-4147-A177-3AD203B41FA5}">
                      <a16:colId xmlns:a16="http://schemas.microsoft.com/office/drawing/2014/main" val="20009"/>
                    </a:ext>
                  </a:extLst>
                </a:gridCol>
              </a:tblGrid>
              <a:tr h="445040">
                <a:tc>
                  <a:txBody>
                    <a:bodyPr/>
                    <a:lstStyle/>
                    <a:p>
                      <a:pPr marL="0" marR="0" lvl="0" indent="0" algn="ctr" rtl="0">
                        <a:lnSpc>
                          <a:spcPct val="100000"/>
                        </a:lnSpc>
                        <a:spcBef>
                          <a:spcPts val="0"/>
                        </a:spcBef>
                        <a:spcAft>
                          <a:spcPts val="0"/>
                        </a:spcAft>
                        <a:buClr>
                          <a:srgbClr val="000000"/>
                        </a:buClr>
                        <a:buSzPts val="1100"/>
                        <a:buFont typeface="Arial"/>
                        <a:buNone/>
                      </a:pPr>
                      <a:endParaRPr sz="1800" u="none" strike="noStrike" cap="none"/>
                    </a:p>
                  </a:txBody>
                  <a:tcPr marL="109760" marR="109760" marT="54880" marB="54880" anchor="ctr">
                    <a:solidFill>
                      <a:srgbClr val="BBE5C7"/>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US" sz="1800" i="0" u="none" strike="noStrike" cap="none">
                          <a:latin typeface="Open Sans Light"/>
                          <a:ea typeface="Open Sans Light"/>
                          <a:cs typeface="Open Sans Light"/>
                          <a:sym typeface="Open Sans Light"/>
                        </a:rPr>
                        <a:t>X</a:t>
                      </a:r>
                      <a:r>
                        <a:rPr lang="en-US" sz="1800" i="0" u="none" strike="noStrike" cap="none" baseline="-25000">
                          <a:latin typeface="Open Sans Light"/>
                          <a:ea typeface="Open Sans Light"/>
                          <a:cs typeface="Open Sans Light"/>
                          <a:sym typeface="Open Sans Light"/>
                        </a:rPr>
                        <a:t>1</a:t>
                      </a:r>
                      <a:endParaRPr sz="1800" u="none" strike="noStrike" cap="none"/>
                    </a:p>
                  </a:txBody>
                  <a:tcPr marL="109760" marR="109760" marT="54880" marB="54880" anchor="ctr">
                    <a:solidFill>
                      <a:srgbClr val="BBE5C7"/>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US" sz="1800" i="0" u="none" strike="noStrike" cap="none">
                          <a:solidFill>
                            <a:schemeClr val="dk1"/>
                          </a:solidFill>
                          <a:latin typeface="Open Sans Light"/>
                          <a:ea typeface="Open Sans Light"/>
                          <a:cs typeface="Open Sans Light"/>
                          <a:sym typeface="Open Sans Light"/>
                        </a:rPr>
                        <a:t>X</a:t>
                      </a:r>
                      <a:r>
                        <a:rPr lang="en-US" sz="1800" i="0" u="none" strike="noStrike" cap="none" baseline="-25000">
                          <a:solidFill>
                            <a:schemeClr val="dk1"/>
                          </a:solidFill>
                          <a:latin typeface="Open Sans Light"/>
                          <a:ea typeface="Open Sans Light"/>
                          <a:cs typeface="Open Sans Light"/>
                          <a:sym typeface="Open Sans Light"/>
                        </a:rPr>
                        <a:t>2</a:t>
                      </a:r>
                      <a:endParaRPr sz="1800" u="none" strike="noStrike" cap="none"/>
                    </a:p>
                  </a:txBody>
                  <a:tcPr marL="109760" marR="109760" marT="54880" marB="54880" anchor="ctr">
                    <a:solidFill>
                      <a:srgbClr val="BBE5C7"/>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US" sz="1800" u="none" strike="noStrike" cap="none"/>
                        <a:t>.</a:t>
                      </a:r>
                      <a:endParaRPr sz="1800" u="none" strike="noStrike" cap="none"/>
                    </a:p>
                  </a:txBody>
                  <a:tcPr marL="109760" marR="109760" marT="54880" marB="54880" anchor="ctr">
                    <a:solidFill>
                      <a:srgbClr val="BBE5C7"/>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US" sz="1800" u="none" strike="noStrike" cap="none"/>
                        <a:t>.</a:t>
                      </a:r>
                      <a:endParaRPr sz="1800" u="none" strike="noStrike" cap="none"/>
                    </a:p>
                  </a:txBody>
                  <a:tcPr marL="109760" marR="109760" marT="54880" marB="54880" anchor="ctr">
                    <a:solidFill>
                      <a:srgbClr val="BBE5C7"/>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US" sz="1800" u="none" strike="noStrike" cap="none"/>
                        <a:t>.</a:t>
                      </a:r>
                      <a:endParaRPr sz="1800" u="none" strike="noStrike" cap="none"/>
                    </a:p>
                  </a:txBody>
                  <a:tcPr marL="109760" marR="109760" marT="54880" marB="54880" anchor="ctr">
                    <a:solidFill>
                      <a:srgbClr val="BBE5C7"/>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US" sz="1800" u="none" strike="noStrike" cap="none"/>
                        <a:t>.</a:t>
                      </a:r>
                      <a:endParaRPr sz="1800" u="none" strike="noStrike" cap="none"/>
                    </a:p>
                  </a:txBody>
                  <a:tcPr marL="109760" marR="109760" marT="54880" marB="54880" anchor="ctr">
                    <a:solidFill>
                      <a:srgbClr val="BBE5C7"/>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US" sz="1800" u="none" strike="noStrike" cap="none"/>
                        <a:t>.</a:t>
                      </a:r>
                      <a:endParaRPr sz="1800" u="none" strike="noStrike" cap="none"/>
                    </a:p>
                  </a:txBody>
                  <a:tcPr marL="109760" marR="109760" marT="54880" marB="54880" anchor="ctr">
                    <a:solidFill>
                      <a:srgbClr val="BBE5C7"/>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US" sz="1800" u="none" strike="noStrike" cap="none"/>
                        <a:t>.</a:t>
                      </a:r>
                      <a:endParaRPr sz="1800" u="none" strike="noStrike" cap="none"/>
                    </a:p>
                  </a:txBody>
                  <a:tcPr marL="109760" marR="109760" marT="54880" marB="54880" anchor="ctr">
                    <a:solidFill>
                      <a:srgbClr val="BBE5C7"/>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US" sz="1800" i="0" u="none" strike="noStrike" cap="none">
                          <a:solidFill>
                            <a:schemeClr val="dk1"/>
                          </a:solidFill>
                          <a:latin typeface="Open Sans Light"/>
                          <a:ea typeface="Open Sans Light"/>
                          <a:cs typeface="Open Sans Light"/>
                          <a:sym typeface="Open Sans Light"/>
                        </a:rPr>
                        <a:t>X</a:t>
                      </a:r>
                      <a:r>
                        <a:rPr lang="en-US" sz="1800" i="0" u="none" strike="noStrike" cap="none" baseline="-25000">
                          <a:solidFill>
                            <a:schemeClr val="dk1"/>
                          </a:solidFill>
                          <a:latin typeface="Open Sans Light"/>
                          <a:ea typeface="Open Sans Light"/>
                          <a:cs typeface="Open Sans Light"/>
                          <a:sym typeface="Open Sans Light"/>
                        </a:rPr>
                        <a:t>p</a:t>
                      </a:r>
                      <a:endParaRPr sz="1800" u="none" strike="noStrike" cap="none"/>
                    </a:p>
                  </a:txBody>
                  <a:tcPr marL="109760" marR="109760" marT="54880" marB="54880" anchor="ctr">
                    <a:solidFill>
                      <a:srgbClr val="BBE5C7"/>
                    </a:solidFill>
                  </a:tcPr>
                </a:tc>
                <a:extLst>
                  <a:ext uri="{0D108BD9-81ED-4DB2-BD59-A6C34878D82A}">
                    <a16:rowId xmlns:a16="http://schemas.microsoft.com/office/drawing/2014/main" val="10000"/>
                  </a:ext>
                </a:extLst>
              </a:tr>
              <a:tr h="445040">
                <a:tc>
                  <a:txBody>
                    <a:bodyPr/>
                    <a:lstStyle/>
                    <a:p>
                      <a:pPr marL="0" marR="0" lvl="0" indent="0" algn="ctr" rtl="0">
                        <a:lnSpc>
                          <a:spcPct val="100000"/>
                        </a:lnSpc>
                        <a:spcBef>
                          <a:spcPts val="0"/>
                        </a:spcBef>
                        <a:spcAft>
                          <a:spcPts val="0"/>
                        </a:spcAft>
                        <a:buClr>
                          <a:srgbClr val="000000"/>
                        </a:buClr>
                        <a:buSzPts val="1100"/>
                        <a:buFont typeface="Arial"/>
                        <a:buNone/>
                      </a:pPr>
                      <a:r>
                        <a:rPr lang="en-US" sz="1800" u="none" strike="noStrike" cap="none"/>
                        <a:t>1</a:t>
                      </a:r>
                      <a:endParaRPr sz="1800" u="none" strike="noStrike" cap="none"/>
                    </a:p>
                  </a:txBody>
                  <a:tcPr marL="109760" marR="109760" marT="54880" marB="54880" anchor="ctr">
                    <a:solidFill>
                      <a:srgbClr val="6DE1D8"/>
                    </a:solidFill>
                  </a:tcPr>
                </a:tc>
                <a:tc>
                  <a:txBody>
                    <a:bodyPr/>
                    <a:lstStyle/>
                    <a:p>
                      <a:pPr marL="0" marR="0" lvl="0" indent="0" algn="ctr" rtl="0">
                        <a:lnSpc>
                          <a:spcPct val="100000"/>
                        </a:lnSpc>
                        <a:spcBef>
                          <a:spcPts val="0"/>
                        </a:spcBef>
                        <a:spcAft>
                          <a:spcPts val="0"/>
                        </a:spcAft>
                        <a:buClr>
                          <a:srgbClr val="000000"/>
                        </a:buClr>
                        <a:buSzPts val="1100"/>
                        <a:buFont typeface="Arial"/>
                        <a:buNone/>
                      </a:pPr>
                      <a:endParaRPr sz="1800" u="none" strike="noStrike" cap="none"/>
                    </a:p>
                  </a:txBody>
                  <a:tcPr marL="109760" marR="109760" marT="54880" marB="54880" anchor="ctr"/>
                </a:tc>
                <a:tc>
                  <a:txBody>
                    <a:bodyPr/>
                    <a:lstStyle/>
                    <a:p>
                      <a:pPr marL="0" marR="0" lvl="0" indent="0" algn="ctr" rtl="0">
                        <a:lnSpc>
                          <a:spcPct val="100000"/>
                        </a:lnSpc>
                        <a:spcBef>
                          <a:spcPts val="0"/>
                        </a:spcBef>
                        <a:spcAft>
                          <a:spcPts val="0"/>
                        </a:spcAft>
                        <a:buClr>
                          <a:srgbClr val="000000"/>
                        </a:buClr>
                        <a:buSzPts val="1100"/>
                        <a:buFont typeface="Arial"/>
                        <a:buNone/>
                      </a:pPr>
                      <a:endParaRPr sz="1800" u="none" strike="noStrike" cap="none"/>
                    </a:p>
                  </a:txBody>
                  <a:tcPr marL="109760" marR="109760" marT="54880" marB="54880" anchor="ctr"/>
                </a:tc>
                <a:tc>
                  <a:txBody>
                    <a:bodyPr/>
                    <a:lstStyle/>
                    <a:p>
                      <a:pPr marL="0" marR="0" lvl="0" indent="0" algn="ctr" rtl="0">
                        <a:lnSpc>
                          <a:spcPct val="100000"/>
                        </a:lnSpc>
                        <a:spcBef>
                          <a:spcPts val="0"/>
                        </a:spcBef>
                        <a:spcAft>
                          <a:spcPts val="0"/>
                        </a:spcAft>
                        <a:buClr>
                          <a:srgbClr val="000000"/>
                        </a:buClr>
                        <a:buSzPts val="1100"/>
                        <a:buFont typeface="Arial"/>
                        <a:buNone/>
                      </a:pPr>
                      <a:endParaRPr sz="1800" u="none" strike="noStrike" cap="none"/>
                    </a:p>
                  </a:txBody>
                  <a:tcPr marL="109760" marR="109760" marT="54880" marB="54880" anchor="ctr"/>
                </a:tc>
                <a:tc>
                  <a:txBody>
                    <a:bodyPr/>
                    <a:lstStyle/>
                    <a:p>
                      <a:pPr marL="0" marR="0" lvl="0" indent="0" algn="ctr" rtl="0">
                        <a:lnSpc>
                          <a:spcPct val="100000"/>
                        </a:lnSpc>
                        <a:spcBef>
                          <a:spcPts val="0"/>
                        </a:spcBef>
                        <a:spcAft>
                          <a:spcPts val="0"/>
                        </a:spcAft>
                        <a:buClr>
                          <a:srgbClr val="000000"/>
                        </a:buClr>
                        <a:buSzPts val="1100"/>
                        <a:buFont typeface="Arial"/>
                        <a:buNone/>
                      </a:pPr>
                      <a:endParaRPr sz="1800" u="none" strike="noStrike" cap="none"/>
                    </a:p>
                  </a:txBody>
                  <a:tcPr marL="109760" marR="109760" marT="54880" marB="54880" anchor="ctr"/>
                </a:tc>
                <a:tc>
                  <a:txBody>
                    <a:bodyPr/>
                    <a:lstStyle/>
                    <a:p>
                      <a:pPr marL="0" marR="0" lvl="0" indent="0" algn="ctr" rtl="0">
                        <a:lnSpc>
                          <a:spcPct val="100000"/>
                        </a:lnSpc>
                        <a:spcBef>
                          <a:spcPts val="0"/>
                        </a:spcBef>
                        <a:spcAft>
                          <a:spcPts val="0"/>
                        </a:spcAft>
                        <a:buClr>
                          <a:srgbClr val="000000"/>
                        </a:buClr>
                        <a:buSzPts val="1100"/>
                        <a:buFont typeface="Arial"/>
                        <a:buNone/>
                      </a:pPr>
                      <a:endParaRPr sz="1800" u="none" strike="noStrike" cap="none"/>
                    </a:p>
                  </a:txBody>
                  <a:tcPr marL="109760" marR="109760" marT="54880" marB="54880" anchor="ctr"/>
                </a:tc>
                <a:tc>
                  <a:txBody>
                    <a:bodyPr/>
                    <a:lstStyle/>
                    <a:p>
                      <a:pPr marL="0" marR="0" lvl="0" indent="0" algn="ctr" rtl="0">
                        <a:lnSpc>
                          <a:spcPct val="100000"/>
                        </a:lnSpc>
                        <a:spcBef>
                          <a:spcPts val="0"/>
                        </a:spcBef>
                        <a:spcAft>
                          <a:spcPts val="0"/>
                        </a:spcAft>
                        <a:buClr>
                          <a:srgbClr val="000000"/>
                        </a:buClr>
                        <a:buSzPts val="1100"/>
                        <a:buFont typeface="Arial"/>
                        <a:buNone/>
                      </a:pPr>
                      <a:endParaRPr sz="1800" u="none" strike="noStrike" cap="none"/>
                    </a:p>
                  </a:txBody>
                  <a:tcPr marL="109760" marR="109760" marT="54880" marB="54880" anchor="ctr"/>
                </a:tc>
                <a:tc>
                  <a:txBody>
                    <a:bodyPr/>
                    <a:lstStyle/>
                    <a:p>
                      <a:pPr marL="0" marR="0" lvl="0" indent="0" algn="ctr" rtl="0">
                        <a:lnSpc>
                          <a:spcPct val="100000"/>
                        </a:lnSpc>
                        <a:spcBef>
                          <a:spcPts val="0"/>
                        </a:spcBef>
                        <a:spcAft>
                          <a:spcPts val="0"/>
                        </a:spcAft>
                        <a:buClr>
                          <a:srgbClr val="000000"/>
                        </a:buClr>
                        <a:buSzPts val="1100"/>
                        <a:buFont typeface="Arial"/>
                        <a:buNone/>
                      </a:pPr>
                      <a:endParaRPr sz="1800" u="none" strike="noStrike" cap="none"/>
                    </a:p>
                  </a:txBody>
                  <a:tcPr marL="109760" marR="109760" marT="54880" marB="54880" anchor="ctr"/>
                </a:tc>
                <a:tc>
                  <a:txBody>
                    <a:bodyPr/>
                    <a:lstStyle/>
                    <a:p>
                      <a:pPr marL="0" marR="0" lvl="0" indent="0" algn="ctr" rtl="0">
                        <a:lnSpc>
                          <a:spcPct val="100000"/>
                        </a:lnSpc>
                        <a:spcBef>
                          <a:spcPts val="0"/>
                        </a:spcBef>
                        <a:spcAft>
                          <a:spcPts val="0"/>
                        </a:spcAft>
                        <a:buClr>
                          <a:srgbClr val="000000"/>
                        </a:buClr>
                        <a:buSzPts val="1100"/>
                        <a:buFont typeface="Arial"/>
                        <a:buNone/>
                      </a:pPr>
                      <a:endParaRPr sz="1800" u="none" strike="noStrike" cap="none"/>
                    </a:p>
                  </a:txBody>
                  <a:tcPr marL="109760" marR="109760" marT="54880" marB="54880" anchor="ctr"/>
                </a:tc>
                <a:tc>
                  <a:txBody>
                    <a:bodyPr/>
                    <a:lstStyle/>
                    <a:p>
                      <a:pPr marL="0" marR="0" lvl="0" indent="0" algn="ctr" rtl="0">
                        <a:lnSpc>
                          <a:spcPct val="100000"/>
                        </a:lnSpc>
                        <a:spcBef>
                          <a:spcPts val="0"/>
                        </a:spcBef>
                        <a:spcAft>
                          <a:spcPts val="0"/>
                        </a:spcAft>
                        <a:buClr>
                          <a:srgbClr val="000000"/>
                        </a:buClr>
                        <a:buSzPts val="1100"/>
                        <a:buFont typeface="Arial"/>
                        <a:buNone/>
                      </a:pPr>
                      <a:endParaRPr sz="1800" u="none" strike="noStrike" cap="none"/>
                    </a:p>
                  </a:txBody>
                  <a:tcPr marL="109760" marR="109760" marT="54880" marB="54880" anchor="ctr"/>
                </a:tc>
                <a:extLst>
                  <a:ext uri="{0D108BD9-81ED-4DB2-BD59-A6C34878D82A}">
                    <a16:rowId xmlns:a16="http://schemas.microsoft.com/office/drawing/2014/main" val="10001"/>
                  </a:ext>
                </a:extLst>
              </a:tr>
              <a:tr h="445040">
                <a:tc>
                  <a:txBody>
                    <a:bodyPr/>
                    <a:lstStyle/>
                    <a:p>
                      <a:pPr marL="0" marR="0" lvl="0" indent="0" algn="ctr" rtl="0">
                        <a:lnSpc>
                          <a:spcPct val="100000"/>
                        </a:lnSpc>
                        <a:spcBef>
                          <a:spcPts val="0"/>
                        </a:spcBef>
                        <a:spcAft>
                          <a:spcPts val="0"/>
                        </a:spcAft>
                        <a:buClr>
                          <a:srgbClr val="000000"/>
                        </a:buClr>
                        <a:buSzPts val="1100"/>
                        <a:buFont typeface="Arial"/>
                        <a:buNone/>
                      </a:pPr>
                      <a:r>
                        <a:rPr lang="en-US" sz="1800" u="none" strike="noStrike" cap="none" dirty="0"/>
                        <a:t>2</a:t>
                      </a:r>
                      <a:endParaRPr sz="1800" u="none" strike="noStrike" cap="none" dirty="0"/>
                    </a:p>
                  </a:txBody>
                  <a:tcPr marL="109760" marR="109760" marT="54880" marB="54880" anchor="ctr">
                    <a:solidFill>
                      <a:srgbClr val="6DE1D8"/>
                    </a:solidFill>
                  </a:tcPr>
                </a:tc>
                <a:tc>
                  <a:txBody>
                    <a:bodyPr/>
                    <a:lstStyle/>
                    <a:p>
                      <a:pPr marL="0" marR="0" lvl="0" indent="0" algn="ctr" rtl="0">
                        <a:lnSpc>
                          <a:spcPct val="100000"/>
                        </a:lnSpc>
                        <a:spcBef>
                          <a:spcPts val="0"/>
                        </a:spcBef>
                        <a:spcAft>
                          <a:spcPts val="0"/>
                        </a:spcAft>
                        <a:buClr>
                          <a:srgbClr val="000000"/>
                        </a:buClr>
                        <a:buSzPts val="1100"/>
                        <a:buFont typeface="Arial"/>
                        <a:buNone/>
                      </a:pPr>
                      <a:endParaRPr sz="1800" u="none" strike="noStrike" cap="none"/>
                    </a:p>
                  </a:txBody>
                  <a:tcPr marL="109760" marR="109760" marT="54880" marB="54880" anchor="ctr"/>
                </a:tc>
                <a:tc>
                  <a:txBody>
                    <a:bodyPr/>
                    <a:lstStyle/>
                    <a:p>
                      <a:pPr marL="0" marR="0" lvl="0" indent="0" algn="ctr" rtl="0">
                        <a:lnSpc>
                          <a:spcPct val="100000"/>
                        </a:lnSpc>
                        <a:spcBef>
                          <a:spcPts val="0"/>
                        </a:spcBef>
                        <a:spcAft>
                          <a:spcPts val="0"/>
                        </a:spcAft>
                        <a:buClr>
                          <a:srgbClr val="000000"/>
                        </a:buClr>
                        <a:buSzPts val="1100"/>
                        <a:buFont typeface="Arial"/>
                        <a:buNone/>
                      </a:pPr>
                      <a:endParaRPr sz="1800" u="none" strike="noStrike" cap="none"/>
                    </a:p>
                  </a:txBody>
                  <a:tcPr marL="109760" marR="109760" marT="54880" marB="54880" anchor="ctr"/>
                </a:tc>
                <a:tc>
                  <a:txBody>
                    <a:bodyPr/>
                    <a:lstStyle/>
                    <a:p>
                      <a:pPr marL="0" marR="0" lvl="0" indent="0" algn="ctr" rtl="0">
                        <a:lnSpc>
                          <a:spcPct val="100000"/>
                        </a:lnSpc>
                        <a:spcBef>
                          <a:spcPts val="0"/>
                        </a:spcBef>
                        <a:spcAft>
                          <a:spcPts val="0"/>
                        </a:spcAft>
                        <a:buClr>
                          <a:srgbClr val="000000"/>
                        </a:buClr>
                        <a:buSzPts val="1100"/>
                        <a:buFont typeface="Arial"/>
                        <a:buNone/>
                      </a:pPr>
                      <a:endParaRPr sz="1800" u="none" strike="noStrike" cap="none"/>
                    </a:p>
                  </a:txBody>
                  <a:tcPr marL="109760" marR="109760" marT="54880" marB="54880" anchor="ctr"/>
                </a:tc>
                <a:tc>
                  <a:txBody>
                    <a:bodyPr/>
                    <a:lstStyle/>
                    <a:p>
                      <a:pPr marL="0" marR="0" lvl="0" indent="0" algn="ctr" rtl="0">
                        <a:lnSpc>
                          <a:spcPct val="100000"/>
                        </a:lnSpc>
                        <a:spcBef>
                          <a:spcPts val="0"/>
                        </a:spcBef>
                        <a:spcAft>
                          <a:spcPts val="0"/>
                        </a:spcAft>
                        <a:buClr>
                          <a:srgbClr val="000000"/>
                        </a:buClr>
                        <a:buSzPts val="1100"/>
                        <a:buFont typeface="Arial"/>
                        <a:buNone/>
                      </a:pPr>
                      <a:endParaRPr sz="1800" u="none" strike="noStrike" cap="none" dirty="0"/>
                    </a:p>
                  </a:txBody>
                  <a:tcPr marL="109760" marR="109760" marT="54880" marB="54880" anchor="ctr"/>
                </a:tc>
                <a:tc>
                  <a:txBody>
                    <a:bodyPr/>
                    <a:lstStyle/>
                    <a:p>
                      <a:pPr marL="0" marR="0" lvl="0" indent="0" algn="ctr" rtl="0">
                        <a:lnSpc>
                          <a:spcPct val="100000"/>
                        </a:lnSpc>
                        <a:spcBef>
                          <a:spcPts val="0"/>
                        </a:spcBef>
                        <a:spcAft>
                          <a:spcPts val="0"/>
                        </a:spcAft>
                        <a:buClr>
                          <a:srgbClr val="000000"/>
                        </a:buClr>
                        <a:buSzPts val="1100"/>
                        <a:buFont typeface="Arial"/>
                        <a:buNone/>
                      </a:pPr>
                      <a:endParaRPr sz="1800" u="none" strike="noStrike" cap="none"/>
                    </a:p>
                  </a:txBody>
                  <a:tcPr marL="109760" marR="109760" marT="54880" marB="54880" anchor="ctr"/>
                </a:tc>
                <a:tc>
                  <a:txBody>
                    <a:bodyPr/>
                    <a:lstStyle/>
                    <a:p>
                      <a:pPr marL="0" marR="0" lvl="0" indent="0" algn="ctr" rtl="0">
                        <a:lnSpc>
                          <a:spcPct val="100000"/>
                        </a:lnSpc>
                        <a:spcBef>
                          <a:spcPts val="0"/>
                        </a:spcBef>
                        <a:spcAft>
                          <a:spcPts val="0"/>
                        </a:spcAft>
                        <a:buClr>
                          <a:srgbClr val="000000"/>
                        </a:buClr>
                        <a:buSzPts val="1100"/>
                        <a:buFont typeface="Arial"/>
                        <a:buNone/>
                      </a:pPr>
                      <a:endParaRPr sz="1800" u="none" strike="noStrike" cap="none"/>
                    </a:p>
                  </a:txBody>
                  <a:tcPr marL="109760" marR="109760" marT="54880" marB="54880" anchor="ctr"/>
                </a:tc>
                <a:tc>
                  <a:txBody>
                    <a:bodyPr/>
                    <a:lstStyle/>
                    <a:p>
                      <a:pPr marL="0" marR="0" lvl="0" indent="0" algn="ctr" rtl="0">
                        <a:lnSpc>
                          <a:spcPct val="100000"/>
                        </a:lnSpc>
                        <a:spcBef>
                          <a:spcPts val="0"/>
                        </a:spcBef>
                        <a:spcAft>
                          <a:spcPts val="0"/>
                        </a:spcAft>
                        <a:buClr>
                          <a:srgbClr val="000000"/>
                        </a:buClr>
                        <a:buSzPts val="1100"/>
                        <a:buFont typeface="Arial"/>
                        <a:buNone/>
                      </a:pPr>
                      <a:endParaRPr sz="1800" u="none" strike="noStrike" cap="none"/>
                    </a:p>
                  </a:txBody>
                  <a:tcPr marL="109760" marR="109760" marT="54880" marB="54880" anchor="ctr"/>
                </a:tc>
                <a:tc>
                  <a:txBody>
                    <a:bodyPr/>
                    <a:lstStyle/>
                    <a:p>
                      <a:pPr marL="0" marR="0" lvl="0" indent="0" algn="ctr" rtl="0">
                        <a:lnSpc>
                          <a:spcPct val="100000"/>
                        </a:lnSpc>
                        <a:spcBef>
                          <a:spcPts val="0"/>
                        </a:spcBef>
                        <a:spcAft>
                          <a:spcPts val="0"/>
                        </a:spcAft>
                        <a:buClr>
                          <a:srgbClr val="000000"/>
                        </a:buClr>
                        <a:buSzPts val="1100"/>
                        <a:buFont typeface="Arial"/>
                        <a:buNone/>
                      </a:pPr>
                      <a:endParaRPr sz="1800" u="none" strike="noStrike" cap="none"/>
                    </a:p>
                  </a:txBody>
                  <a:tcPr marL="109760" marR="109760" marT="54880" marB="54880" anchor="ctr"/>
                </a:tc>
                <a:tc>
                  <a:txBody>
                    <a:bodyPr/>
                    <a:lstStyle/>
                    <a:p>
                      <a:pPr marL="0" marR="0" lvl="0" indent="0" algn="ctr" rtl="0">
                        <a:lnSpc>
                          <a:spcPct val="100000"/>
                        </a:lnSpc>
                        <a:spcBef>
                          <a:spcPts val="0"/>
                        </a:spcBef>
                        <a:spcAft>
                          <a:spcPts val="0"/>
                        </a:spcAft>
                        <a:buClr>
                          <a:srgbClr val="000000"/>
                        </a:buClr>
                        <a:buSzPts val="1100"/>
                        <a:buFont typeface="Arial"/>
                        <a:buNone/>
                      </a:pPr>
                      <a:endParaRPr sz="1800" u="none" strike="noStrike" cap="none"/>
                    </a:p>
                  </a:txBody>
                  <a:tcPr marL="109760" marR="109760" marT="54880" marB="54880" anchor="ctr"/>
                </a:tc>
                <a:extLst>
                  <a:ext uri="{0D108BD9-81ED-4DB2-BD59-A6C34878D82A}">
                    <a16:rowId xmlns:a16="http://schemas.microsoft.com/office/drawing/2014/main" val="10002"/>
                  </a:ext>
                </a:extLst>
              </a:tr>
              <a:tr h="445040">
                <a:tc>
                  <a:txBody>
                    <a:bodyPr/>
                    <a:lstStyle/>
                    <a:p>
                      <a:pPr marL="0" marR="0" lvl="0" indent="0" algn="ctr" rtl="0">
                        <a:lnSpc>
                          <a:spcPct val="100000"/>
                        </a:lnSpc>
                        <a:spcBef>
                          <a:spcPts val="0"/>
                        </a:spcBef>
                        <a:spcAft>
                          <a:spcPts val="0"/>
                        </a:spcAft>
                        <a:buClr>
                          <a:srgbClr val="000000"/>
                        </a:buClr>
                        <a:buSzPts val="1100"/>
                        <a:buFont typeface="Arial"/>
                        <a:buNone/>
                      </a:pPr>
                      <a:r>
                        <a:rPr lang="en-US" sz="1800" u="none" strike="noStrike" cap="none"/>
                        <a:t>.</a:t>
                      </a:r>
                      <a:endParaRPr sz="1800" u="none" strike="noStrike" cap="none"/>
                    </a:p>
                  </a:txBody>
                  <a:tcPr marL="109760" marR="109760" marT="54880" marB="54880" anchor="ctr">
                    <a:solidFill>
                      <a:srgbClr val="6DE1D8"/>
                    </a:solidFill>
                  </a:tcPr>
                </a:tc>
                <a:tc>
                  <a:txBody>
                    <a:bodyPr/>
                    <a:lstStyle/>
                    <a:p>
                      <a:pPr marL="0" marR="0" lvl="0" indent="0" algn="ctr" rtl="0">
                        <a:lnSpc>
                          <a:spcPct val="100000"/>
                        </a:lnSpc>
                        <a:spcBef>
                          <a:spcPts val="0"/>
                        </a:spcBef>
                        <a:spcAft>
                          <a:spcPts val="0"/>
                        </a:spcAft>
                        <a:buClr>
                          <a:srgbClr val="000000"/>
                        </a:buClr>
                        <a:buSzPts val="1100"/>
                        <a:buFont typeface="Arial"/>
                        <a:buNone/>
                      </a:pPr>
                      <a:endParaRPr sz="1800" u="none" strike="noStrike" cap="none"/>
                    </a:p>
                  </a:txBody>
                  <a:tcPr marL="109760" marR="109760" marT="54880" marB="54880" anchor="ctr"/>
                </a:tc>
                <a:tc>
                  <a:txBody>
                    <a:bodyPr/>
                    <a:lstStyle/>
                    <a:p>
                      <a:pPr marL="0" marR="0" lvl="0" indent="0" algn="ctr" rtl="0">
                        <a:lnSpc>
                          <a:spcPct val="100000"/>
                        </a:lnSpc>
                        <a:spcBef>
                          <a:spcPts val="0"/>
                        </a:spcBef>
                        <a:spcAft>
                          <a:spcPts val="0"/>
                        </a:spcAft>
                        <a:buClr>
                          <a:srgbClr val="000000"/>
                        </a:buClr>
                        <a:buSzPts val="1100"/>
                        <a:buFont typeface="Arial"/>
                        <a:buNone/>
                      </a:pPr>
                      <a:endParaRPr sz="1800" u="none" strike="noStrike" cap="none"/>
                    </a:p>
                  </a:txBody>
                  <a:tcPr marL="109760" marR="109760" marT="54880" marB="54880" anchor="ctr"/>
                </a:tc>
                <a:tc>
                  <a:txBody>
                    <a:bodyPr/>
                    <a:lstStyle/>
                    <a:p>
                      <a:pPr marL="0" marR="0" lvl="0" indent="0" algn="ctr" rtl="0">
                        <a:lnSpc>
                          <a:spcPct val="100000"/>
                        </a:lnSpc>
                        <a:spcBef>
                          <a:spcPts val="0"/>
                        </a:spcBef>
                        <a:spcAft>
                          <a:spcPts val="0"/>
                        </a:spcAft>
                        <a:buClr>
                          <a:srgbClr val="000000"/>
                        </a:buClr>
                        <a:buSzPts val="1100"/>
                        <a:buFont typeface="Arial"/>
                        <a:buNone/>
                      </a:pPr>
                      <a:endParaRPr sz="1800" u="none" strike="noStrike" cap="none"/>
                    </a:p>
                  </a:txBody>
                  <a:tcPr marL="109760" marR="109760" marT="54880" marB="54880" anchor="ctr"/>
                </a:tc>
                <a:tc>
                  <a:txBody>
                    <a:bodyPr/>
                    <a:lstStyle/>
                    <a:p>
                      <a:pPr marL="0" marR="0" lvl="0" indent="0" algn="ctr" rtl="0">
                        <a:lnSpc>
                          <a:spcPct val="100000"/>
                        </a:lnSpc>
                        <a:spcBef>
                          <a:spcPts val="0"/>
                        </a:spcBef>
                        <a:spcAft>
                          <a:spcPts val="0"/>
                        </a:spcAft>
                        <a:buClr>
                          <a:srgbClr val="000000"/>
                        </a:buClr>
                        <a:buSzPts val="1100"/>
                        <a:buFont typeface="Arial"/>
                        <a:buNone/>
                      </a:pPr>
                      <a:endParaRPr sz="1800" u="none" strike="noStrike" cap="none"/>
                    </a:p>
                  </a:txBody>
                  <a:tcPr marL="109760" marR="109760" marT="54880" marB="54880" anchor="ctr"/>
                </a:tc>
                <a:tc>
                  <a:txBody>
                    <a:bodyPr/>
                    <a:lstStyle/>
                    <a:p>
                      <a:pPr marL="0" marR="0" lvl="0" indent="0" algn="ctr" rtl="0">
                        <a:lnSpc>
                          <a:spcPct val="100000"/>
                        </a:lnSpc>
                        <a:spcBef>
                          <a:spcPts val="0"/>
                        </a:spcBef>
                        <a:spcAft>
                          <a:spcPts val="0"/>
                        </a:spcAft>
                        <a:buClr>
                          <a:srgbClr val="000000"/>
                        </a:buClr>
                        <a:buSzPts val="1100"/>
                        <a:buFont typeface="Arial"/>
                        <a:buNone/>
                      </a:pPr>
                      <a:endParaRPr sz="1800" u="none" strike="noStrike" cap="none"/>
                    </a:p>
                  </a:txBody>
                  <a:tcPr marL="109760" marR="109760" marT="54880" marB="54880" anchor="ctr"/>
                </a:tc>
                <a:tc>
                  <a:txBody>
                    <a:bodyPr/>
                    <a:lstStyle/>
                    <a:p>
                      <a:pPr marL="0" marR="0" lvl="0" indent="0" algn="ctr" rtl="0">
                        <a:lnSpc>
                          <a:spcPct val="100000"/>
                        </a:lnSpc>
                        <a:spcBef>
                          <a:spcPts val="0"/>
                        </a:spcBef>
                        <a:spcAft>
                          <a:spcPts val="0"/>
                        </a:spcAft>
                        <a:buClr>
                          <a:srgbClr val="000000"/>
                        </a:buClr>
                        <a:buSzPts val="1100"/>
                        <a:buFont typeface="Arial"/>
                        <a:buNone/>
                      </a:pPr>
                      <a:endParaRPr sz="1800" u="none" strike="noStrike" cap="none"/>
                    </a:p>
                  </a:txBody>
                  <a:tcPr marL="109760" marR="109760" marT="54880" marB="54880" anchor="ctr"/>
                </a:tc>
                <a:tc>
                  <a:txBody>
                    <a:bodyPr/>
                    <a:lstStyle/>
                    <a:p>
                      <a:pPr marL="0" marR="0" lvl="0" indent="0" algn="ctr" rtl="0">
                        <a:lnSpc>
                          <a:spcPct val="100000"/>
                        </a:lnSpc>
                        <a:spcBef>
                          <a:spcPts val="0"/>
                        </a:spcBef>
                        <a:spcAft>
                          <a:spcPts val="0"/>
                        </a:spcAft>
                        <a:buClr>
                          <a:srgbClr val="000000"/>
                        </a:buClr>
                        <a:buSzPts val="1100"/>
                        <a:buFont typeface="Arial"/>
                        <a:buNone/>
                      </a:pPr>
                      <a:endParaRPr sz="1800" u="none" strike="noStrike" cap="none"/>
                    </a:p>
                  </a:txBody>
                  <a:tcPr marL="109760" marR="109760" marT="54880" marB="54880" anchor="ctr"/>
                </a:tc>
                <a:tc>
                  <a:txBody>
                    <a:bodyPr/>
                    <a:lstStyle/>
                    <a:p>
                      <a:pPr marL="0" marR="0" lvl="0" indent="0" algn="ctr" rtl="0">
                        <a:lnSpc>
                          <a:spcPct val="100000"/>
                        </a:lnSpc>
                        <a:spcBef>
                          <a:spcPts val="0"/>
                        </a:spcBef>
                        <a:spcAft>
                          <a:spcPts val="0"/>
                        </a:spcAft>
                        <a:buClr>
                          <a:srgbClr val="000000"/>
                        </a:buClr>
                        <a:buSzPts val="1100"/>
                        <a:buFont typeface="Arial"/>
                        <a:buNone/>
                      </a:pPr>
                      <a:endParaRPr sz="1800" u="none" strike="noStrike" cap="none"/>
                    </a:p>
                  </a:txBody>
                  <a:tcPr marL="109760" marR="109760" marT="54880" marB="54880" anchor="ctr"/>
                </a:tc>
                <a:tc>
                  <a:txBody>
                    <a:bodyPr/>
                    <a:lstStyle/>
                    <a:p>
                      <a:pPr marL="0" marR="0" lvl="0" indent="0" algn="ctr" rtl="0">
                        <a:lnSpc>
                          <a:spcPct val="100000"/>
                        </a:lnSpc>
                        <a:spcBef>
                          <a:spcPts val="0"/>
                        </a:spcBef>
                        <a:spcAft>
                          <a:spcPts val="0"/>
                        </a:spcAft>
                        <a:buClr>
                          <a:srgbClr val="000000"/>
                        </a:buClr>
                        <a:buSzPts val="1100"/>
                        <a:buFont typeface="Arial"/>
                        <a:buNone/>
                      </a:pPr>
                      <a:endParaRPr sz="1800" u="none" strike="noStrike" cap="none"/>
                    </a:p>
                  </a:txBody>
                  <a:tcPr marL="109760" marR="109760" marT="54880" marB="54880" anchor="ctr"/>
                </a:tc>
                <a:extLst>
                  <a:ext uri="{0D108BD9-81ED-4DB2-BD59-A6C34878D82A}">
                    <a16:rowId xmlns:a16="http://schemas.microsoft.com/office/drawing/2014/main" val="10003"/>
                  </a:ext>
                </a:extLst>
              </a:tr>
              <a:tr h="445040">
                <a:tc>
                  <a:txBody>
                    <a:bodyPr/>
                    <a:lstStyle/>
                    <a:p>
                      <a:pPr marL="0" marR="0" lvl="0" indent="0" algn="ctr" rtl="0">
                        <a:lnSpc>
                          <a:spcPct val="100000"/>
                        </a:lnSpc>
                        <a:spcBef>
                          <a:spcPts val="0"/>
                        </a:spcBef>
                        <a:spcAft>
                          <a:spcPts val="0"/>
                        </a:spcAft>
                        <a:buClr>
                          <a:srgbClr val="000000"/>
                        </a:buClr>
                        <a:buSzPts val="1100"/>
                        <a:buFont typeface="Arial"/>
                        <a:buNone/>
                      </a:pPr>
                      <a:r>
                        <a:rPr lang="en-US" sz="1800" u="none" strike="noStrike" cap="none"/>
                        <a:t>.</a:t>
                      </a:r>
                      <a:endParaRPr sz="1800" u="none" strike="noStrike" cap="none"/>
                    </a:p>
                  </a:txBody>
                  <a:tcPr marL="109760" marR="109760" marT="54880" marB="54880" anchor="ctr">
                    <a:solidFill>
                      <a:srgbClr val="6DE1D8"/>
                    </a:solidFill>
                  </a:tcPr>
                </a:tc>
                <a:tc>
                  <a:txBody>
                    <a:bodyPr/>
                    <a:lstStyle/>
                    <a:p>
                      <a:pPr marL="0" marR="0" lvl="0" indent="0" algn="ctr" rtl="0">
                        <a:lnSpc>
                          <a:spcPct val="100000"/>
                        </a:lnSpc>
                        <a:spcBef>
                          <a:spcPts val="0"/>
                        </a:spcBef>
                        <a:spcAft>
                          <a:spcPts val="0"/>
                        </a:spcAft>
                        <a:buClr>
                          <a:srgbClr val="000000"/>
                        </a:buClr>
                        <a:buSzPts val="1100"/>
                        <a:buFont typeface="Arial"/>
                        <a:buNone/>
                      </a:pPr>
                      <a:endParaRPr sz="1800" u="none" strike="noStrike" cap="none"/>
                    </a:p>
                  </a:txBody>
                  <a:tcPr marL="109760" marR="109760" marT="54880" marB="54880" anchor="ctr"/>
                </a:tc>
                <a:tc>
                  <a:txBody>
                    <a:bodyPr/>
                    <a:lstStyle/>
                    <a:p>
                      <a:pPr marL="0" marR="0" lvl="0" indent="0" algn="ctr" rtl="0">
                        <a:lnSpc>
                          <a:spcPct val="100000"/>
                        </a:lnSpc>
                        <a:spcBef>
                          <a:spcPts val="0"/>
                        </a:spcBef>
                        <a:spcAft>
                          <a:spcPts val="0"/>
                        </a:spcAft>
                        <a:buClr>
                          <a:srgbClr val="000000"/>
                        </a:buClr>
                        <a:buSzPts val="1100"/>
                        <a:buFont typeface="Arial"/>
                        <a:buNone/>
                      </a:pPr>
                      <a:endParaRPr sz="1800" u="none" strike="noStrike" cap="none"/>
                    </a:p>
                  </a:txBody>
                  <a:tcPr marL="109760" marR="109760" marT="54880" marB="54880" anchor="ctr"/>
                </a:tc>
                <a:tc>
                  <a:txBody>
                    <a:bodyPr/>
                    <a:lstStyle/>
                    <a:p>
                      <a:pPr marL="0" marR="0" lvl="0" indent="0" algn="ctr" rtl="0">
                        <a:lnSpc>
                          <a:spcPct val="100000"/>
                        </a:lnSpc>
                        <a:spcBef>
                          <a:spcPts val="0"/>
                        </a:spcBef>
                        <a:spcAft>
                          <a:spcPts val="0"/>
                        </a:spcAft>
                        <a:buClr>
                          <a:srgbClr val="000000"/>
                        </a:buClr>
                        <a:buSzPts val="1100"/>
                        <a:buFont typeface="Arial"/>
                        <a:buNone/>
                      </a:pPr>
                      <a:endParaRPr sz="1800" u="none" strike="noStrike" cap="none"/>
                    </a:p>
                  </a:txBody>
                  <a:tcPr marL="109760" marR="109760" marT="54880" marB="54880" anchor="ctr"/>
                </a:tc>
                <a:tc>
                  <a:txBody>
                    <a:bodyPr/>
                    <a:lstStyle/>
                    <a:p>
                      <a:pPr marL="0" marR="0" lvl="0" indent="0" algn="ctr" rtl="0">
                        <a:lnSpc>
                          <a:spcPct val="100000"/>
                        </a:lnSpc>
                        <a:spcBef>
                          <a:spcPts val="0"/>
                        </a:spcBef>
                        <a:spcAft>
                          <a:spcPts val="0"/>
                        </a:spcAft>
                        <a:buClr>
                          <a:srgbClr val="000000"/>
                        </a:buClr>
                        <a:buSzPts val="1100"/>
                        <a:buFont typeface="Arial"/>
                        <a:buNone/>
                      </a:pPr>
                      <a:endParaRPr sz="1800" u="none" strike="noStrike" cap="none"/>
                    </a:p>
                  </a:txBody>
                  <a:tcPr marL="109760" marR="109760" marT="54880" marB="54880" anchor="ctr"/>
                </a:tc>
                <a:tc>
                  <a:txBody>
                    <a:bodyPr/>
                    <a:lstStyle/>
                    <a:p>
                      <a:pPr marL="0" marR="0" lvl="0" indent="0" algn="ctr" rtl="0">
                        <a:lnSpc>
                          <a:spcPct val="100000"/>
                        </a:lnSpc>
                        <a:spcBef>
                          <a:spcPts val="0"/>
                        </a:spcBef>
                        <a:spcAft>
                          <a:spcPts val="0"/>
                        </a:spcAft>
                        <a:buClr>
                          <a:srgbClr val="000000"/>
                        </a:buClr>
                        <a:buSzPts val="1100"/>
                        <a:buFont typeface="Arial"/>
                        <a:buNone/>
                      </a:pPr>
                      <a:endParaRPr sz="1800" u="none" strike="noStrike" cap="none"/>
                    </a:p>
                  </a:txBody>
                  <a:tcPr marL="109760" marR="109760" marT="54880" marB="54880" anchor="ctr"/>
                </a:tc>
                <a:tc>
                  <a:txBody>
                    <a:bodyPr/>
                    <a:lstStyle/>
                    <a:p>
                      <a:pPr marL="0" marR="0" lvl="0" indent="0" algn="ctr" rtl="0">
                        <a:lnSpc>
                          <a:spcPct val="100000"/>
                        </a:lnSpc>
                        <a:spcBef>
                          <a:spcPts val="0"/>
                        </a:spcBef>
                        <a:spcAft>
                          <a:spcPts val="0"/>
                        </a:spcAft>
                        <a:buClr>
                          <a:srgbClr val="000000"/>
                        </a:buClr>
                        <a:buSzPts val="1100"/>
                        <a:buFont typeface="Arial"/>
                        <a:buNone/>
                      </a:pPr>
                      <a:endParaRPr sz="1800" u="none" strike="noStrike" cap="none"/>
                    </a:p>
                  </a:txBody>
                  <a:tcPr marL="109760" marR="109760" marT="54880" marB="54880" anchor="ctr"/>
                </a:tc>
                <a:tc>
                  <a:txBody>
                    <a:bodyPr/>
                    <a:lstStyle/>
                    <a:p>
                      <a:pPr marL="0" marR="0" lvl="0" indent="0" algn="ctr" rtl="0">
                        <a:lnSpc>
                          <a:spcPct val="100000"/>
                        </a:lnSpc>
                        <a:spcBef>
                          <a:spcPts val="0"/>
                        </a:spcBef>
                        <a:spcAft>
                          <a:spcPts val="0"/>
                        </a:spcAft>
                        <a:buClr>
                          <a:srgbClr val="000000"/>
                        </a:buClr>
                        <a:buSzPts val="1100"/>
                        <a:buFont typeface="Arial"/>
                        <a:buNone/>
                      </a:pPr>
                      <a:endParaRPr sz="1800" u="none" strike="noStrike" cap="none"/>
                    </a:p>
                  </a:txBody>
                  <a:tcPr marL="109760" marR="109760" marT="54880" marB="54880" anchor="ctr"/>
                </a:tc>
                <a:tc>
                  <a:txBody>
                    <a:bodyPr/>
                    <a:lstStyle/>
                    <a:p>
                      <a:pPr marL="0" marR="0" lvl="0" indent="0" algn="ctr" rtl="0">
                        <a:lnSpc>
                          <a:spcPct val="100000"/>
                        </a:lnSpc>
                        <a:spcBef>
                          <a:spcPts val="0"/>
                        </a:spcBef>
                        <a:spcAft>
                          <a:spcPts val="0"/>
                        </a:spcAft>
                        <a:buClr>
                          <a:srgbClr val="000000"/>
                        </a:buClr>
                        <a:buSzPts val="1100"/>
                        <a:buFont typeface="Arial"/>
                        <a:buNone/>
                      </a:pPr>
                      <a:endParaRPr sz="1800" u="none" strike="noStrike" cap="none"/>
                    </a:p>
                  </a:txBody>
                  <a:tcPr marL="109760" marR="109760" marT="54880" marB="54880" anchor="ctr"/>
                </a:tc>
                <a:tc>
                  <a:txBody>
                    <a:bodyPr/>
                    <a:lstStyle/>
                    <a:p>
                      <a:pPr marL="0" marR="0" lvl="0" indent="0" algn="ctr" rtl="0">
                        <a:lnSpc>
                          <a:spcPct val="100000"/>
                        </a:lnSpc>
                        <a:spcBef>
                          <a:spcPts val="0"/>
                        </a:spcBef>
                        <a:spcAft>
                          <a:spcPts val="0"/>
                        </a:spcAft>
                        <a:buClr>
                          <a:srgbClr val="000000"/>
                        </a:buClr>
                        <a:buSzPts val="1100"/>
                        <a:buFont typeface="Arial"/>
                        <a:buNone/>
                      </a:pPr>
                      <a:endParaRPr sz="1800" u="none" strike="noStrike" cap="none"/>
                    </a:p>
                  </a:txBody>
                  <a:tcPr marL="109760" marR="109760" marT="54880" marB="54880" anchor="ctr"/>
                </a:tc>
                <a:extLst>
                  <a:ext uri="{0D108BD9-81ED-4DB2-BD59-A6C34878D82A}">
                    <a16:rowId xmlns:a16="http://schemas.microsoft.com/office/drawing/2014/main" val="10004"/>
                  </a:ext>
                </a:extLst>
              </a:tr>
              <a:tr h="445040">
                <a:tc>
                  <a:txBody>
                    <a:bodyPr/>
                    <a:lstStyle/>
                    <a:p>
                      <a:pPr marL="0" marR="0" lvl="0" indent="0" algn="ctr" rtl="0">
                        <a:lnSpc>
                          <a:spcPct val="100000"/>
                        </a:lnSpc>
                        <a:spcBef>
                          <a:spcPts val="0"/>
                        </a:spcBef>
                        <a:spcAft>
                          <a:spcPts val="0"/>
                        </a:spcAft>
                        <a:buClr>
                          <a:srgbClr val="000000"/>
                        </a:buClr>
                        <a:buSzPts val="1100"/>
                        <a:buFont typeface="Arial"/>
                        <a:buNone/>
                      </a:pPr>
                      <a:r>
                        <a:rPr lang="en-US" sz="1800" u="none" strike="noStrike" cap="none"/>
                        <a:t>.</a:t>
                      </a:r>
                      <a:endParaRPr sz="1800" u="none" strike="noStrike" cap="none"/>
                    </a:p>
                  </a:txBody>
                  <a:tcPr marL="109760" marR="109760" marT="54880" marB="54880" anchor="ctr">
                    <a:solidFill>
                      <a:srgbClr val="6DE1D8"/>
                    </a:solidFill>
                  </a:tcPr>
                </a:tc>
                <a:tc>
                  <a:txBody>
                    <a:bodyPr/>
                    <a:lstStyle/>
                    <a:p>
                      <a:pPr marL="0" marR="0" lvl="0" indent="0" algn="ctr" rtl="0">
                        <a:lnSpc>
                          <a:spcPct val="100000"/>
                        </a:lnSpc>
                        <a:spcBef>
                          <a:spcPts val="0"/>
                        </a:spcBef>
                        <a:spcAft>
                          <a:spcPts val="0"/>
                        </a:spcAft>
                        <a:buClr>
                          <a:srgbClr val="000000"/>
                        </a:buClr>
                        <a:buSzPts val="1100"/>
                        <a:buFont typeface="Arial"/>
                        <a:buNone/>
                      </a:pPr>
                      <a:endParaRPr sz="1800" u="none" strike="noStrike" cap="none"/>
                    </a:p>
                  </a:txBody>
                  <a:tcPr marL="109760" marR="109760" marT="54880" marB="54880" anchor="ctr"/>
                </a:tc>
                <a:tc>
                  <a:txBody>
                    <a:bodyPr/>
                    <a:lstStyle/>
                    <a:p>
                      <a:pPr marL="0" marR="0" lvl="0" indent="0" algn="ctr" rtl="0">
                        <a:lnSpc>
                          <a:spcPct val="100000"/>
                        </a:lnSpc>
                        <a:spcBef>
                          <a:spcPts val="0"/>
                        </a:spcBef>
                        <a:spcAft>
                          <a:spcPts val="0"/>
                        </a:spcAft>
                        <a:buClr>
                          <a:srgbClr val="000000"/>
                        </a:buClr>
                        <a:buSzPts val="1100"/>
                        <a:buFont typeface="Arial"/>
                        <a:buNone/>
                      </a:pPr>
                      <a:endParaRPr sz="1800" u="none" strike="noStrike" cap="none"/>
                    </a:p>
                  </a:txBody>
                  <a:tcPr marL="109760" marR="109760" marT="54880" marB="54880" anchor="ctr"/>
                </a:tc>
                <a:tc>
                  <a:txBody>
                    <a:bodyPr/>
                    <a:lstStyle/>
                    <a:p>
                      <a:pPr marL="0" marR="0" lvl="0" indent="0" algn="ctr" rtl="0">
                        <a:lnSpc>
                          <a:spcPct val="100000"/>
                        </a:lnSpc>
                        <a:spcBef>
                          <a:spcPts val="0"/>
                        </a:spcBef>
                        <a:spcAft>
                          <a:spcPts val="0"/>
                        </a:spcAft>
                        <a:buClr>
                          <a:srgbClr val="000000"/>
                        </a:buClr>
                        <a:buSzPts val="1100"/>
                        <a:buFont typeface="Arial"/>
                        <a:buNone/>
                      </a:pPr>
                      <a:endParaRPr sz="1800" u="none" strike="noStrike" cap="none"/>
                    </a:p>
                  </a:txBody>
                  <a:tcPr marL="109760" marR="109760" marT="54880" marB="54880" anchor="ctr"/>
                </a:tc>
                <a:tc>
                  <a:txBody>
                    <a:bodyPr/>
                    <a:lstStyle/>
                    <a:p>
                      <a:pPr marL="0" marR="0" lvl="0" indent="0" algn="ctr" rtl="0">
                        <a:lnSpc>
                          <a:spcPct val="100000"/>
                        </a:lnSpc>
                        <a:spcBef>
                          <a:spcPts val="0"/>
                        </a:spcBef>
                        <a:spcAft>
                          <a:spcPts val="0"/>
                        </a:spcAft>
                        <a:buClr>
                          <a:srgbClr val="000000"/>
                        </a:buClr>
                        <a:buSzPts val="1100"/>
                        <a:buFont typeface="Arial"/>
                        <a:buNone/>
                      </a:pPr>
                      <a:endParaRPr sz="1800" u="none" strike="noStrike" cap="none"/>
                    </a:p>
                  </a:txBody>
                  <a:tcPr marL="109760" marR="109760" marT="54880" marB="54880" anchor="ctr"/>
                </a:tc>
                <a:tc>
                  <a:txBody>
                    <a:bodyPr/>
                    <a:lstStyle/>
                    <a:p>
                      <a:pPr marL="0" marR="0" lvl="0" indent="0" algn="ctr" rtl="0">
                        <a:lnSpc>
                          <a:spcPct val="100000"/>
                        </a:lnSpc>
                        <a:spcBef>
                          <a:spcPts val="0"/>
                        </a:spcBef>
                        <a:spcAft>
                          <a:spcPts val="0"/>
                        </a:spcAft>
                        <a:buClr>
                          <a:srgbClr val="000000"/>
                        </a:buClr>
                        <a:buSzPts val="1100"/>
                        <a:buFont typeface="Arial"/>
                        <a:buNone/>
                      </a:pPr>
                      <a:endParaRPr sz="1800" u="none" strike="noStrike" cap="none"/>
                    </a:p>
                  </a:txBody>
                  <a:tcPr marL="109760" marR="109760" marT="54880" marB="54880" anchor="ctr"/>
                </a:tc>
                <a:tc>
                  <a:txBody>
                    <a:bodyPr/>
                    <a:lstStyle/>
                    <a:p>
                      <a:pPr marL="0" marR="0" lvl="0" indent="0" algn="ctr" rtl="0">
                        <a:lnSpc>
                          <a:spcPct val="100000"/>
                        </a:lnSpc>
                        <a:spcBef>
                          <a:spcPts val="0"/>
                        </a:spcBef>
                        <a:spcAft>
                          <a:spcPts val="0"/>
                        </a:spcAft>
                        <a:buClr>
                          <a:srgbClr val="000000"/>
                        </a:buClr>
                        <a:buSzPts val="1100"/>
                        <a:buFont typeface="Arial"/>
                        <a:buNone/>
                      </a:pPr>
                      <a:endParaRPr sz="1800" u="none" strike="noStrike" cap="none"/>
                    </a:p>
                  </a:txBody>
                  <a:tcPr marL="109760" marR="109760" marT="54880" marB="54880" anchor="ctr"/>
                </a:tc>
                <a:tc>
                  <a:txBody>
                    <a:bodyPr/>
                    <a:lstStyle/>
                    <a:p>
                      <a:pPr marL="0" marR="0" lvl="0" indent="0" algn="ctr" rtl="0">
                        <a:lnSpc>
                          <a:spcPct val="100000"/>
                        </a:lnSpc>
                        <a:spcBef>
                          <a:spcPts val="0"/>
                        </a:spcBef>
                        <a:spcAft>
                          <a:spcPts val="0"/>
                        </a:spcAft>
                        <a:buClr>
                          <a:srgbClr val="000000"/>
                        </a:buClr>
                        <a:buSzPts val="1100"/>
                        <a:buFont typeface="Arial"/>
                        <a:buNone/>
                      </a:pPr>
                      <a:endParaRPr sz="1800" u="none" strike="noStrike" cap="none"/>
                    </a:p>
                  </a:txBody>
                  <a:tcPr marL="109760" marR="109760" marT="54880" marB="54880" anchor="ctr"/>
                </a:tc>
                <a:tc>
                  <a:txBody>
                    <a:bodyPr/>
                    <a:lstStyle/>
                    <a:p>
                      <a:pPr marL="0" marR="0" lvl="0" indent="0" algn="ctr" rtl="0">
                        <a:lnSpc>
                          <a:spcPct val="100000"/>
                        </a:lnSpc>
                        <a:spcBef>
                          <a:spcPts val="0"/>
                        </a:spcBef>
                        <a:spcAft>
                          <a:spcPts val="0"/>
                        </a:spcAft>
                        <a:buClr>
                          <a:srgbClr val="000000"/>
                        </a:buClr>
                        <a:buSzPts val="1100"/>
                        <a:buFont typeface="Arial"/>
                        <a:buNone/>
                      </a:pPr>
                      <a:endParaRPr sz="1800" u="none" strike="noStrike" cap="none"/>
                    </a:p>
                  </a:txBody>
                  <a:tcPr marL="109760" marR="109760" marT="54880" marB="54880" anchor="ctr"/>
                </a:tc>
                <a:tc>
                  <a:txBody>
                    <a:bodyPr/>
                    <a:lstStyle/>
                    <a:p>
                      <a:pPr marL="0" marR="0" lvl="0" indent="0" algn="ctr" rtl="0">
                        <a:lnSpc>
                          <a:spcPct val="100000"/>
                        </a:lnSpc>
                        <a:spcBef>
                          <a:spcPts val="0"/>
                        </a:spcBef>
                        <a:spcAft>
                          <a:spcPts val="0"/>
                        </a:spcAft>
                        <a:buClr>
                          <a:srgbClr val="000000"/>
                        </a:buClr>
                        <a:buSzPts val="1100"/>
                        <a:buFont typeface="Arial"/>
                        <a:buNone/>
                      </a:pPr>
                      <a:endParaRPr sz="1800" u="none" strike="noStrike" cap="none"/>
                    </a:p>
                  </a:txBody>
                  <a:tcPr marL="109760" marR="109760" marT="54880" marB="54880" anchor="ctr"/>
                </a:tc>
                <a:extLst>
                  <a:ext uri="{0D108BD9-81ED-4DB2-BD59-A6C34878D82A}">
                    <a16:rowId xmlns:a16="http://schemas.microsoft.com/office/drawing/2014/main" val="10005"/>
                  </a:ext>
                </a:extLst>
              </a:tr>
              <a:tr h="445040">
                <a:tc>
                  <a:txBody>
                    <a:bodyPr/>
                    <a:lstStyle/>
                    <a:p>
                      <a:pPr marL="0" marR="0" lvl="0" indent="0" algn="ctr" rtl="0">
                        <a:lnSpc>
                          <a:spcPct val="100000"/>
                        </a:lnSpc>
                        <a:spcBef>
                          <a:spcPts val="0"/>
                        </a:spcBef>
                        <a:spcAft>
                          <a:spcPts val="0"/>
                        </a:spcAft>
                        <a:buClr>
                          <a:srgbClr val="000000"/>
                        </a:buClr>
                        <a:buSzPts val="1100"/>
                        <a:buFont typeface="Arial"/>
                        <a:buNone/>
                      </a:pPr>
                      <a:r>
                        <a:rPr lang="en-US" sz="1800" u="none" strike="noStrike" cap="none" dirty="0"/>
                        <a:t>n</a:t>
                      </a:r>
                      <a:endParaRPr sz="1800" u="none" strike="noStrike" cap="none" dirty="0"/>
                    </a:p>
                  </a:txBody>
                  <a:tcPr marL="109760" marR="109760" marT="54880" marB="54880" anchor="ctr">
                    <a:solidFill>
                      <a:srgbClr val="6DE1D8"/>
                    </a:solidFill>
                  </a:tcPr>
                </a:tc>
                <a:tc>
                  <a:txBody>
                    <a:bodyPr/>
                    <a:lstStyle/>
                    <a:p>
                      <a:pPr marL="0" marR="0" lvl="0" indent="0" algn="ctr" rtl="0">
                        <a:lnSpc>
                          <a:spcPct val="100000"/>
                        </a:lnSpc>
                        <a:spcBef>
                          <a:spcPts val="0"/>
                        </a:spcBef>
                        <a:spcAft>
                          <a:spcPts val="0"/>
                        </a:spcAft>
                        <a:buClr>
                          <a:srgbClr val="000000"/>
                        </a:buClr>
                        <a:buSzPts val="1100"/>
                        <a:buFont typeface="Arial"/>
                        <a:buNone/>
                      </a:pPr>
                      <a:endParaRPr sz="1800" u="none" strike="noStrike" cap="none" dirty="0"/>
                    </a:p>
                  </a:txBody>
                  <a:tcPr marL="109760" marR="109760" marT="54880" marB="54880" anchor="ctr"/>
                </a:tc>
                <a:tc>
                  <a:txBody>
                    <a:bodyPr/>
                    <a:lstStyle/>
                    <a:p>
                      <a:pPr marL="0" marR="0" lvl="0" indent="0" algn="ctr" rtl="0">
                        <a:lnSpc>
                          <a:spcPct val="100000"/>
                        </a:lnSpc>
                        <a:spcBef>
                          <a:spcPts val="0"/>
                        </a:spcBef>
                        <a:spcAft>
                          <a:spcPts val="0"/>
                        </a:spcAft>
                        <a:buClr>
                          <a:srgbClr val="000000"/>
                        </a:buClr>
                        <a:buSzPts val="1100"/>
                        <a:buFont typeface="Arial"/>
                        <a:buNone/>
                      </a:pPr>
                      <a:endParaRPr sz="1800" u="none" strike="noStrike" cap="none"/>
                    </a:p>
                  </a:txBody>
                  <a:tcPr marL="109760" marR="109760" marT="54880" marB="54880" anchor="ctr"/>
                </a:tc>
                <a:tc>
                  <a:txBody>
                    <a:bodyPr/>
                    <a:lstStyle/>
                    <a:p>
                      <a:pPr marL="0" marR="0" lvl="0" indent="0" algn="ctr" rtl="0">
                        <a:lnSpc>
                          <a:spcPct val="100000"/>
                        </a:lnSpc>
                        <a:spcBef>
                          <a:spcPts val="0"/>
                        </a:spcBef>
                        <a:spcAft>
                          <a:spcPts val="0"/>
                        </a:spcAft>
                        <a:buClr>
                          <a:srgbClr val="000000"/>
                        </a:buClr>
                        <a:buSzPts val="1100"/>
                        <a:buFont typeface="Arial"/>
                        <a:buNone/>
                      </a:pPr>
                      <a:endParaRPr sz="1800" u="none" strike="noStrike" cap="none"/>
                    </a:p>
                  </a:txBody>
                  <a:tcPr marL="109760" marR="109760" marT="54880" marB="54880" anchor="ctr"/>
                </a:tc>
                <a:tc>
                  <a:txBody>
                    <a:bodyPr/>
                    <a:lstStyle/>
                    <a:p>
                      <a:pPr marL="0" marR="0" lvl="0" indent="0" algn="ctr" rtl="0">
                        <a:lnSpc>
                          <a:spcPct val="100000"/>
                        </a:lnSpc>
                        <a:spcBef>
                          <a:spcPts val="0"/>
                        </a:spcBef>
                        <a:spcAft>
                          <a:spcPts val="0"/>
                        </a:spcAft>
                        <a:buClr>
                          <a:srgbClr val="000000"/>
                        </a:buClr>
                        <a:buSzPts val="1100"/>
                        <a:buFont typeface="Arial"/>
                        <a:buNone/>
                      </a:pPr>
                      <a:endParaRPr sz="1800" u="none" strike="noStrike" cap="none"/>
                    </a:p>
                  </a:txBody>
                  <a:tcPr marL="109760" marR="109760" marT="54880" marB="54880" anchor="ctr"/>
                </a:tc>
                <a:tc>
                  <a:txBody>
                    <a:bodyPr/>
                    <a:lstStyle/>
                    <a:p>
                      <a:pPr marL="0" marR="0" lvl="0" indent="0" algn="ctr" rtl="0">
                        <a:lnSpc>
                          <a:spcPct val="100000"/>
                        </a:lnSpc>
                        <a:spcBef>
                          <a:spcPts val="0"/>
                        </a:spcBef>
                        <a:spcAft>
                          <a:spcPts val="0"/>
                        </a:spcAft>
                        <a:buClr>
                          <a:srgbClr val="000000"/>
                        </a:buClr>
                        <a:buSzPts val="1100"/>
                        <a:buFont typeface="Arial"/>
                        <a:buNone/>
                      </a:pPr>
                      <a:endParaRPr sz="1800" u="none" strike="noStrike" cap="none"/>
                    </a:p>
                  </a:txBody>
                  <a:tcPr marL="109760" marR="109760" marT="54880" marB="54880" anchor="ctr"/>
                </a:tc>
                <a:tc>
                  <a:txBody>
                    <a:bodyPr/>
                    <a:lstStyle/>
                    <a:p>
                      <a:pPr marL="0" marR="0" lvl="0" indent="0" algn="ctr" rtl="0">
                        <a:lnSpc>
                          <a:spcPct val="100000"/>
                        </a:lnSpc>
                        <a:spcBef>
                          <a:spcPts val="0"/>
                        </a:spcBef>
                        <a:spcAft>
                          <a:spcPts val="0"/>
                        </a:spcAft>
                        <a:buClr>
                          <a:srgbClr val="000000"/>
                        </a:buClr>
                        <a:buSzPts val="1100"/>
                        <a:buFont typeface="Arial"/>
                        <a:buNone/>
                      </a:pPr>
                      <a:endParaRPr sz="1800" u="none" strike="noStrike" cap="none" dirty="0"/>
                    </a:p>
                  </a:txBody>
                  <a:tcPr marL="109760" marR="109760" marT="54880" marB="54880" anchor="ctr"/>
                </a:tc>
                <a:tc>
                  <a:txBody>
                    <a:bodyPr/>
                    <a:lstStyle/>
                    <a:p>
                      <a:pPr marL="0" marR="0" lvl="0" indent="0" algn="ctr" rtl="0">
                        <a:lnSpc>
                          <a:spcPct val="100000"/>
                        </a:lnSpc>
                        <a:spcBef>
                          <a:spcPts val="0"/>
                        </a:spcBef>
                        <a:spcAft>
                          <a:spcPts val="0"/>
                        </a:spcAft>
                        <a:buClr>
                          <a:srgbClr val="000000"/>
                        </a:buClr>
                        <a:buSzPts val="1100"/>
                        <a:buFont typeface="Arial"/>
                        <a:buNone/>
                      </a:pPr>
                      <a:endParaRPr sz="1800" u="none" strike="noStrike" cap="none" dirty="0"/>
                    </a:p>
                  </a:txBody>
                  <a:tcPr marL="109760" marR="109760" marT="54880" marB="54880" anchor="ctr"/>
                </a:tc>
                <a:tc>
                  <a:txBody>
                    <a:bodyPr/>
                    <a:lstStyle/>
                    <a:p>
                      <a:pPr marL="0" marR="0" lvl="0" indent="0" algn="ctr" rtl="0">
                        <a:lnSpc>
                          <a:spcPct val="100000"/>
                        </a:lnSpc>
                        <a:spcBef>
                          <a:spcPts val="0"/>
                        </a:spcBef>
                        <a:spcAft>
                          <a:spcPts val="0"/>
                        </a:spcAft>
                        <a:buClr>
                          <a:srgbClr val="000000"/>
                        </a:buClr>
                        <a:buSzPts val="1100"/>
                        <a:buFont typeface="Arial"/>
                        <a:buNone/>
                      </a:pPr>
                      <a:endParaRPr sz="1800" u="none" strike="noStrike" cap="none"/>
                    </a:p>
                  </a:txBody>
                  <a:tcPr marL="109760" marR="109760" marT="54880" marB="54880" anchor="ctr"/>
                </a:tc>
                <a:tc>
                  <a:txBody>
                    <a:bodyPr/>
                    <a:lstStyle/>
                    <a:p>
                      <a:pPr marL="0" marR="0" lvl="0" indent="0" algn="ctr" rtl="0">
                        <a:lnSpc>
                          <a:spcPct val="100000"/>
                        </a:lnSpc>
                        <a:spcBef>
                          <a:spcPts val="0"/>
                        </a:spcBef>
                        <a:spcAft>
                          <a:spcPts val="0"/>
                        </a:spcAft>
                        <a:buClr>
                          <a:srgbClr val="000000"/>
                        </a:buClr>
                        <a:buSzPts val="1100"/>
                        <a:buFont typeface="Arial"/>
                        <a:buNone/>
                      </a:pPr>
                      <a:endParaRPr sz="1800" u="none" strike="noStrike" cap="none" dirty="0"/>
                    </a:p>
                  </a:txBody>
                  <a:tcPr marL="109760" marR="109760" marT="54880" marB="54880" anchor="ctr"/>
                </a:tc>
                <a:extLst>
                  <a:ext uri="{0D108BD9-81ED-4DB2-BD59-A6C34878D82A}">
                    <a16:rowId xmlns:a16="http://schemas.microsoft.com/office/drawing/2014/main" val="10006"/>
                  </a:ext>
                </a:extLst>
              </a:tr>
            </a:tbl>
          </a:graphicData>
        </a:graphic>
      </p:graphicFrame>
      <p:graphicFrame>
        <p:nvGraphicFramePr>
          <p:cNvPr id="9" name="Google Shape;1160;p114">
            <a:extLst>
              <a:ext uri="{FF2B5EF4-FFF2-40B4-BE49-F238E27FC236}">
                <a16:creationId xmlns:a16="http://schemas.microsoft.com/office/drawing/2014/main" id="{7354091A-3296-86F5-2ECB-17056BAFADE4}"/>
              </a:ext>
            </a:extLst>
          </p:cNvPr>
          <p:cNvGraphicFramePr/>
          <p:nvPr>
            <p:extLst>
              <p:ext uri="{D42A27DB-BD31-4B8C-83A1-F6EECF244321}">
                <p14:modId xmlns:p14="http://schemas.microsoft.com/office/powerpoint/2010/main" val="698410668"/>
              </p:ext>
            </p:extLst>
          </p:nvPr>
        </p:nvGraphicFramePr>
        <p:xfrm>
          <a:off x="8226163" y="4199920"/>
          <a:ext cx="3280080" cy="3115280"/>
        </p:xfrm>
        <a:graphic>
          <a:graphicData uri="http://schemas.openxmlformats.org/drawingml/2006/table">
            <a:tbl>
              <a:tblPr firstRow="1" bandRow="1">
                <a:noFill/>
              </a:tblPr>
              <a:tblGrid>
                <a:gridCol w="546680">
                  <a:extLst>
                    <a:ext uri="{9D8B030D-6E8A-4147-A177-3AD203B41FA5}">
                      <a16:colId xmlns:a16="http://schemas.microsoft.com/office/drawing/2014/main" val="20000"/>
                    </a:ext>
                  </a:extLst>
                </a:gridCol>
                <a:gridCol w="546680">
                  <a:extLst>
                    <a:ext uri="{9D8B030D-6E8A-4147-A177-3AD203B41FA5}">
                      <a16:colId xmlns:a16="http://schemas.microsoft.com/office/drawing/2014/main" val="20001"/>
                    </a:ext>
                  </a:extLst>
                </a:gridCol>
                <a:gridCol w="546680">
                  <a:extLst>
                    <a:ext uri="{9D8B030D-6E8A-4147-A177-3AD203B41FA5}">
                      <a16:colId xmlns:a16="http://schemas.microsoft.com/office/drawing/2014/main" val="20002"/>
                    </a:ext>
                  </a:extLst>
                </a:gridCol>
                <a:gridCol w="546680">
                  <a:extLst>
                    <a:ext uri="{9D8B030D-6E8A-4147-A177-3AD203B41FA5}">
                      <a16:colId xmlns:a16="http://schemas.microsoft.com/office/drawing/2014/main" val="20003"/>
                    </a:ext>
                  </a:extLst>
                </a:gridCol>
                <a:gridCol w="546680">
                  <a:extLst>
                    <a:ext uri="{9D8B030D-6E8A-4147-A177-3AD203B41FA5}">
                      <a16:colId xmlns:a16="http://schemas.microsoft.com/office/drawing/2014/main" val="20004"/>
                    </a:ext>
                  </a:extLst>
                </a:gridCol>
                <a:gridCol w="546680">
                  <a:extLst>
                    <a:ext uri="{9D8B030D-6E8A-4147-A177-3AD203B41FA5}">
                      <a16:colId xmlns:a16="http://schemas.microsoft.com/office/drawing/2014/main" val="20005"/>
                    </a:ext>
                  </a:extLst>
                </a:gridCol>
              </a:tblGrid>
              <a:tr h="445040">
                <a:tc>
                  <a:txBody>
                    <a:bodyPr/>
                    <a:lstStyle/>
                    <a:p>
                      <a:pPr marL="0" marR="0" lvl="0" indent="0" algn="ctr" rtl="0">
                        <a:lnSpc>
                          <a:spcPct val="100000"/>
                        </a:lnSpc>
                        <a:spcBef>
                          <a:spcPts val="0"/>
                        </a:spcBef>
                        <a:spcAft>
                          <a:spcPts val="0"/>
                        </a:spcAft>
                        <a:buClr>
                          <a:srgbClr val="000000"/>
                        </a:buClr>
                        <a:buSzPts val="1100"/>
                        <a:buFont typeface="Arial"/>
                        <a:buNone/>
                      </a:pPr>
                      <a:endParaRPr sz="1800" u="none" strike="noStrike" cap="none"/>
                    </a:p>
                  </a:txBody>
                  <a:tcPr marL="109760" marR="109760" marT="54880" marB="54880" anchor="ctr">
                    <a:solidFill>
                      <a:srgbClr val="75C2EA"/>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US" sz="1800" i="0" u="none" strike="noStrike" cap="none">
                          <a:solidFill>
                            <a:schemeClr val="dk1"/>
                          </a:solidFill>
                          <a:latin typeface="Open Sans Light"/>
                          <a:ea typeface="Open Sans Light"/>
                          <a:cs typeface="Open Sans Light"/>
                          <a:sym typeface="Open Sans Light"/>
                        </a:rPr>
                        <a:t>Y</a:t>
                      </a:r>
                      <a:r>
                        <a:rPr lang="en-US" sz="1800" i="0" u="none" strike="noStrike" cap="none" baseline="-25000">
                          <a:solidFill>
                            <a:schemeClr val="dk1"/>
                          </a:solidFill>
                          <a:latin typeface="Open Sans Light"/>
                          <a:ea typeface="Open Sans Light"/>
                          <a:cs typeface="Open Sans Light"/>
                          <a:sym typeface="Open Sans Light"/>
                        </a:rPr>
                        <a:t>1</a:t>
                      </a:r>
                      <a:endParaRPr sz="1800" u="none" strike="noStrike" cap="none"/>
                    </a:p>
                  </a:txBody>
                  <a:tcPr marL="109760" marR="109760" marT="54880" marB="54880" anchor="ctr">
                    <a:solidFill>
                      <a:srgbClr val="75C2EA"/>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US" sz="1800" i="0" u="none" strike="noStrike" cap="none">
                          <a:solidFill>
                            <a:schemeClr val="dk1"/>
                          </a:solidFill>
                          <a:latin typeface="Open Sans Light"/>
                          <a:ea typeface="Open Sans Light"/>
                          <a:cs typeface="Open Sans Light"/>
                          <a:sym typeface="Open Sans Light"/>
                        </a:rPr>
                        <a:t>Y</a:t>
                      </a:r>
                      <a:r>
                        <a:rPr lang="en-US" sz="1800" i="0" u="none" strike="noStrike" cap="none" baseline="-25000">
                          <a:solidFill>
                            <a:schemeClr val="dk1"/>
                          </a:solidFill>
                          <a:latin typeface="Open Sans Light"/>
                          <a:ea typeface="Open Sans Light"/>
                          <a:cs typeface="Open Sans Light"/>
                          <a:sym typeface="Open Sans Light"/>
                        </a:rPr>
                        <a:t>2</a:t>
                      </a:r>
                      <a:endParaRPr sz="1800" u="none" strike="noStrike" cap="none"/>
                    </a:p>
                  </a:txBody>
                  <a:tcPr marL="109760" marR="109760" marT="54880" marB="54880" anchor="ctr">
                    <a:solidFill>
                      <a:srgbClr val="75C2EA"/>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US" sz="1800" u="none" strike="noStrike" cap="none"/>
                        <a:t>.</a:t>
                      </a:r>
                      <a:endParaRPr sz="1800" u="none" strike="noStrike" cap="none"/>
                    </a:p>
                  </a:txBody>
                  <a:tcPr marL="109760" marR="109760" marT="54880" marB="54880" anchor="ctr">
                    <a:solidFill>
                      <a:srgbClr val="75C2EA"/>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US" sz="1800" u="none" strike="noStrike" cap="none"/>
                        <a:t>.</a:t>
                      </a:r>
                      <a:endParaRPr sz="1800" u="none" strike="noStrike" cap="none"/>
                    </a:p>
                  </a:txBody>
                  <a:tcPr marL="109760" marR="109760" marT="54880" marB="54880" anchor="ctr">
                    <a:solidFill>
                      <a:srgbClr val="75C2EA"/>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US" sz="1800" i="0" u="none" strike="noStrike" cap="none">
                          <a:solidFill>
                            <a:schemeClr val="dk1"/>
                          </a:solidFill>
                          <a:latin typeface="Open Sans Light"/>
                          <a:ea typeface="Open Sans Light"/>
                          <a:cs typeface="Open Sans Light"/>
                          <a:sym typeface="Open Sans Light"/>
                        </a:rPr>
                        <a:t>Y</a:t>
                      </a:r>
                      <a:r>
                        <a:rPr lang="en-US" sz="1800" i="0" u="none" strike="noStrike" cap="none" baseline="-25000">
                          <a:solidFill>
                            <a:schemeClr val="dk1"/>
                          </a:solidFill>
                          <a:latin typeface="Open Sans Light"/>
                          <a:ea typeface="Open Sans Light"/>
                          <a:cs typeface="Open Sans Light"/>
                          <a:sym typeface="Open Sans Light"/>
                        </a:rPr>
                        <a:t>k</a:t>
                      </a:r>
                      <a:endParaRPr sz="1800" u="none" strike="noStrike" cap="none"/>
                    </a:p>
                  </a:txBody>
                  <a:tcPr marL="109760" marR="109760" marT="54880" marB="54880" anchor="ctr">
                    <a:solidFill>
                      <a:srgbClr val="75C2EA"/>
                    </a:solidFill>
                  </a:tcPr>
                </a:tc>
                <a:extLst>
                  <a:ext uri="{0D108BD9-81ED-4DB2-BD59-A6C34878D82A}">
                    <a16:rowId xmlns:a16="http://schemas.microsoft.com/office/drawing/2014/main" val="10000"/>
                  </a:ext>
                </a:extLst>
              </a:tr>
              <a:tr h="445040">
                <a:tc>
                  <a:txBody>
                    <a:bodyPr/>
                    <a:lstStyle/>
                    <a:p>
                      <a:pPr marL="0" marR="0" lvl="0" indent="0" algn="ctr" rtl="0">
                        <a:lnSpc>
                          <a:spcPct val="100000"/>
                        </a:lnSpc>
                        <a:spcBef>
                          <a:spcPts val="0"/>
                        </a:spcBef>
                        <a:spcAft>
                          <a:spcPts val="0"/>
                        </a:spcAft>
                        <a:buClr>
                          <a:srgbClr val="000000"/>
                        </a:buClr>
                        <a:buSzPts val="1100"/>
                        <a:buFont typeface="Arial"/>
                        <a:buNone/>
                      </a:pPr>
                      <a:r>
                        <a:rPr lang="en-US" sz="1800" u="none" strike="noStrike" cap="none"/>
                        <a:t>1</a:t>
                      </a:r>
                      <a:endParaRPr sz="1800" u="none" strike="noStrike" cap="none"/>
                    </a:p>
                  </a:txBody>
                  <a:tcPr marL="109760" marR="109760" marT="54880" marB="54880" anchor="ctr">
                    <a:solidFill>
                      <a:srgbClr val="6DE1D8"/>
                    </a:solidFill>
                  </a:tcPr>
                </a:tc>
                <a:tc>
                  <a:txBody>
                    <a:bodyPr/>
                    <a:lstStyle/>
                    <a:p>
                      <a:pPr marL="0" marR="0" lvl="0" indent="0" algn="ctr" rtl="0">
                        <a:lnSpc>
                          <a:spcPct val="100000"/>
                        </a:lnSpc>
                        <a:spcBef>
                          <a:spcPts val="0"/>
                        </a:spcBef>
                        <a:spcAft>
                          <a:spcPts val="0"/>
                        </a:spcAft>
                        <a:buClr>
                          <a:srgbClr val="000000"/>
                        </a:buClr>
                        <a:buSzPts val="1100"/>
                        <a:buFont typeface="Arial"/>
                        <a:buNone/>
                      </a:pPr>
                      <a:endParaRPr sz="1800" u="none" strike="noStrike" cap="none"/>
                    </a:p>
                  </a:txBody>
                  <a:tcPr marL="109760" marR="109760" marT="54880" marB="54880" anchor="ctr"/>
                </a:tc>
                <a:tc>
                  <a:txBody>
                    <a:bodyPr/>
                    <a:lstStyle/>
                    <a:p>
                      <a:pPr marL="0" marR="0" lvl="0" indent="0" algn="ctr" rtl="0">
                        <a:lnSpc>
                          <a:spcPct val="100000"/>
                        </a:lnSpc>
                        <a:spcBef>
                          <a:spcPts val="0"/>
                        </a:spcBef>
                        <a:spcAft>
                          <a:spcPts val="0"/>
                        </a:spcAft>
                        <a:buClr>
                          <a:srgbClr val="000000"/>
                        </a:buClr>
                        <a:buSzPts val="1100"/>
                        <a:buFont typeface="Arial"/>
                        <a:buNone/>
                      </a:pPr>
                      <a:endParaRPr sz="1800" u="none" strike="noStrike" cap="none"/>
                    </a:p>
                  </a:txBody>
                  <a:tcPr marL="109760" marR="109760" marT="54880" marB="54880" anchor="ctr"/>
                </a:tc>
                <a:tc>
                  <a:txBody>
                    <a:bodyPr/>
                    <a:lstStyle/>
                    <a:p>
                      <a:pPr marL="0" marR="0" lvl="0" indent="0" algn="ctr" rtl="0">
                        <a:lnSpc>
                          <a:spcPct val="100000"/>
                        </a:lnSpc>
                        <a:spcBef>
                          <a:spcPts val="0"/>
                        </a:spcBef>
                        <a:spcAft>
                          <a:spcPts val="0"/>
                        </a:spcAft>
                        <a:buClr>
                          <a:srgbClr val="000000"/>
                        </a:buClr>
                        <a:buSzPts val="1100"/>
                        <a:buFont typeface="Arial"/>
                        <a:buNone/>
                      </a:pPr>
                      <a:endParaRPr sz="1800" u="none" strike="noStrike" cap="none"/>
                    </a:p>
                  </a:txBody>
                  <a:tcPr marL="109760" marR="109760" marT="54880" marB="54880" anchor="ctr"/>
                </a:tc>
                <a:tc>
                  <a:txBody>
                    <a:bodyPr/>
                    <a:lstStyle/>
                    <a:p>
                      <a:pPr marL="0" marR="0" lvl="0" indent="0" algn="ctr" rtl="0">
                        <a:lnSpc>
                          <a:spcPct val="100000"/>
                        </a:lnSpc>
                        <a:spcBef>
                          <a:spcPts val="0"/>
                        </a:spcBef>
                        <a:spcAft>
                          <a:spcPts val="0"/>
                        </a:spcAft>
                        <a:buClr>
                          <a:srgbClr val="000000"/>
                        </a:buClr>
                        <a:buSzPts val="1100"/>
                        <a:buFont typeface="Arial"/>
                        <a:buNone/>
                      </a:pPr>
                      <a:endParaRPr sz="1800" u="none" strike="noStrike" cap="none"/>
                    </a:p>
                  </a:txBody>
                  <a:tcPr marL="109760" marR="109760" marT="54880" marB="54880" anchor="ctr"/>
                </a:tc>
                <a:tc>
                  <a:txBody>
                    <a:bodyPr/>
                    <a:lstStyle/>
                    <a:p>
                      <a:pPr marL="0" marR="0" lvl="0" indent="0" algn="ctr" rtl="0">
                        <a:lnSpc>
                          <a:spcPct val="100000"/>
                        </a:lnSpc>
                        <a:spcBef>
                          <a:spcPts val="0"/>
                        </a:spcBef>
                        <a:spcAft>
                          <a:spcPts val="0"/>
                        </a:spcAft>
                        <a:buClr>
                          <a:srgbClr val="000000"/>
                        </a:buClr>
                        <a:buSzPts val="1100"/>
                        <a:buFont typeface="Arial"/>
                        <a:buNone/>
                      </a:pPr>
                      <a:endParaRPr sz="1800" u="none" strike="noStrike" cap="none"/>
                    </a:p>
                  </a:txBody>
                  <a:tcPr marL="109760" marR="109760" marT="54880" marB="54880" anchor="ctr"/>
                </a:tc>
                <a:extLst>
                  <a:ext uri="{0D108BD9-81ED-4DB2-BD59-A6C34878D82A}">
                    <a16:rowId xmlns:a16="http://schemas.microsoft.com/office/drawing/2014/main" val="10001"/>
                  </a:ext>
                </a:extLst>
              </a:tr>
              <a:tr h="445040">
                <a:tc>
                  <a:txBody>
                    <a:bodyPr/>
                    <a:lstStyle/>
                    <a:p>
                      <a:pPr marL="0" marR="0" lvl="0" indent="0" algn="ctr" rtl="0">
                        <a:lnSpc>
                          <a:spcPct val="100000"/>
                        </a:lnSpc>
                        <a:spcBef>
                          <a:spcPts val="0"/>
                        </a:spcBef>
                        <a:spcAft>
                          <a:spcPts val="0"/>
                        </a:spcAft>
                        <a:buClr>
                          <a:srgbClr val="000000"/>
                        </a:buClr>
                        <a:buSzPts val="1100"/>
                        <a:buFont typeface="Arial"/>
                        <a:buNone/>
                      </a:pPr>
                      <a:r>
                        <a:rPr lang="en-US" sz="1800" u="none" strike="noStrike" cap="none"/>
                        <a:t>2</a:t>
                      </a:r>
                      <a:endParaRPr sz="1800" u="none" strike="noStrike" cap="none"/>
                    </a:p>
                  </a:txBody>
                  <a:tcPr marL="109760" marR="109760" marT="54880" marB="54880" anchor="ctr">
                    <a:solidFill>
                      <a:srgbClr val="6DE1D8"/>
                    </a:solidFill>
                  </a:tcPr>
                </a:tc>
                <a:tc>
                  <a:txBody>
                    <a:bodyPr/>
                    <a:lstStyle/>
                    <a:p>
                      <a:pPr marL="0" marR="0" lvl="0" indent="0" algn="ctr" rtl="0">
                        <a:lnSpc>
                          <a:spcPct val="100000"/>
                        </a:lnSpc>
                        <a:spcBef>
                          <a:spcPts val="0"/>
                        </a:spcBef>
                        <a:spcAft>
                          <a:spcPts val="0"/>
                        </a:spcAft>
                        <a:buClr>
                          <a:srgbClr val="000000"/>
                        </a:buClr>
                        <a:buSzPts val="1100"/>
                        <a:buFont typeface="Arial"/>
                        <a:buNone/>
                      </a:pPr>
                      <a:endParaRPr sz="1800" u="none" strike="noStrike" cap="none"/>
                    </a:p>
                  </a:txBody>
                  <a:tcPr marL="109760" marR="109760" marT="54880" marB="54880" anchor="ctr"/>
                </a:tc>
                <a:tc>
                  <a:txBody>
                    <a:bodyPr/>
                    <a:lstStyle/>
                    <a:p>
                      <a:pPr marL="0" marR="0" lvl="0" indent="0" algn="ctr" rtl="0">
                        <a:lnSpc>
                          <a:spcPct val="100000"/>
                        </a:lnSpc>
                        <a:spcBef>
                          <a:spcPts val="0"/>
                        </a:spcBef>
                        <a:spcAft>
                          <a:spcPts val="0"/>
                        </a:spcAft>
                        <a:buClr>
                          <a:srgbClr val="000000"/>
                        </a:buClr>
                        <a:buSzPts val="1100"/>
                        <a:buFont typeface="Arial"/>
                        <a:buNone/>
                      </a:pPr>
                      <a:endParaRPr sz="1800" u="none" strike="noStrike" cap="none"/>
                    </a:p>
                  </a:txBody>
                  <a:tcPr marL="109760" marR="109760" marT="54880" marB="54880" anchor="ctr"/>
                </a:tc>
                <a:tc>
                  <a:txBody>
                    <a:bodyPr/>
                    <a:lstStyle/>
                    <a:p>
                      <a:pPr marL="0" marR="0" lvl="0" indent="0" algn="ctr" rtl="0">
                        <a:lnSpc>
                          <a:spcPct val="100000"/>
                        </a:lnSpc>
                        <a:spcBef>
                          <a:spcPts val="0"/>
                        </a:spcBef>
                        <a:spcAft>
                          <a:spcPts val="0"/>
                        </a:spcAft>
                        <a:buClr>
                          <a:srgbClr val="000000"/>
                        </a:buClr>
                        <a:buSzPts val="1100"/>
                        <a:buFont typeface="Arial"/>
                        <a:buNone/>
                      </a:pPr>
                      <a:endParaRPr sz="1800" u="none" strike="noStrike" cap="none"/>
                    </a:p>
                  </a:txBody>
                  <a:tcPr marL="109760" marR="109760" marT="54880" marB="54880" anchor="ctr"/>
                </a:tc>
                <a:tc>
                  <a:txBody>
                    <a:bodyPr/>
                    <a:lstStyle/>
                    <a:p>
                      <a:pPr marL="0" marR="0" lvl="0" indent="0" algn="ctr" rtl="0">
                        <a:lnSpc>
                          <a:spcPct val="100000"/>
                        </a:lnSpc>
                        <a:spcBef>
                          <a:spcPts val="0"/>
                        </a:spcBef>
                        <a:spcAft>
                          <a:spcPts val="0"/>
                        </a:spcAft>
                        <a:buClr>
                          <a:srgbClr val="000000"/>
                        </a:buClr>
                        <a:buSzPts val="1100"/>
                        <a:buFont typeface="Arial"/>
                        <a:buNone/>
                      </a:pPr>
                      <a:endParaRPr sz="1800" u="none" strike="noStrike" cap="none"/>
                    </a:p>
                  </a:txBody>
                  <a:tcPr marL="109760" marR="109760" marT="54880" marB="54880" anchor="ctr"/>
                </a:tc>
                <a:tc>
                  <a:txBody>
                    <a:bodyPr/>
                    <a:lstStyle/>
                    <a:p>
                      <a:pPr marL="0" marR="0" lvl="0" indent="0" algn="ctr" rtl="0">
                        <a:lnSpc>
                          <a:spcPct val="100000"/>
                        </a:lnSpc>
                        <a:spcBef>
                          <a:spcPts val="0"/>
                        </a:spcBef>
                        <a:spcAft>
                          <a:spcPts val="0"/>
                        </a:spcAft>
                        <a:buClr>
                          <a:srgbClr val="000000"/>
                        </a:buClr>
                        <a:buSzPts val="1100"/>
                        <a:buFont typeface="Arial"/>
                        <a:buNone/>
                      </a:pPr>
                      <a:endParaRPr sz="1800" u="none" strike="noStrike" cap="none"/>
                    </a:p>
                  </a:txBody>
                  <a:tcPr marL="109760" marR="109760" marT="54880" marB="54880" anchor="ctr"/>
                </a:tc>
                <a:extLst>
                  <a:ext uri="{0D108BD9-81ED-4DB2-BD59-A6C34878D82A}">
                    <a16:rowId xmlns:a16="http://schemas.microsoft.com/office/drawing/2014/main" val="10002"/>
                  </a:ext>
                </a:extLst>
              </a:tr>
              <a:tr h="445040">
                <a:tc>
                  <a:txBody>
                    <a:bodyPr/>
                    <a:lstStyle/>
                    <a:p>
                      <a:pPr marL="0" marR="0" lvl="0" indent="0" algn="ctr" rtl="0">
                        <a:lnSpc>
                          <a:spcPct val="100000"/>
                        </a:lnSpc>
                        <a:spcBef>
                          <a:spcPts val="0"/>
                        </a:spcBef>
                        <a:spcAft>
                          <a:spcPts val="0"/>
                        </a:spcAft>
                        <a:buClr>
                          <a:srgbClr val="000000"/>
                        </a:buClr>
                        <a:buSzPts val="1100"/>
                        <a:buFont typeface="Arial"/>
                        <a:buNone/>
                      </a:pPr>
                      <a:r>
                        <a:rPr lang="en-US" sz="1800" u="none" strike="noStrike" cap="none"/>
                        <a:t>.</a:t>
                      </a:r>
                      <a:endParaRPr sz="1800" u="none" strike="noStrike" cap="none"/>
                    </a:p>
                  </a:txBody>
                  <a:tcPr marL="109760" marR="109760" marT="54880" marB="54880" anchor="ctr">
                    <a:solidFill>
                      <a:srgbClr val="6DE1D8"/>
                    </a:solidFill>
                  </a:tcPr>
                </a:tc>
                <a:tc>
                  <a:txBody>
                    <a:bodyPr/>
                    <a:lstStyle/>
                    <a:p>
                      <a:pPr marL="0" marR="0" lvl="0" indent="0" algn="ctr" rtl="0">
                        <a:lnSpc>
                          <a:spcPct val="100000"/>
                        </a:lnSpc>
                        <a:spcBef>
                          <a:spcPts val="0"/>
                        </a:spcBef>
                        <a:spcAft>
                          <a:spcPts val="0"/>
                        </a:spcAft>
                        <a:buClr>
                          <a:srgbClr val="000000"/>
                        </a:buClr>
                        <a:buSzPts val="1100"/>
                        <a:buFont typeface="Arial"/>
                        <a:buNone/>
                      </a:pPr>
                      <a:endParaRPr sz="1800" u="none" strike="noStrike" cap="none"/>
                    </a:p>
                  </a:txBody>
                  <a:tcPr marL="109760" marR="109760" marT="54880" marB="54880" anchor="ctr"/>
                </a:tc>
                <a:tc>
                  <a:txBody>
                    <a:bodyPr/>
                    <a:lstStyle/>
                    <a:p>
                      <a:pPr marL="0" marR="0" lvl="0" indent="0" algn="ctr" rtl="0">
                        <a:lnSpc>
                          <a:spcPct val="100000"/>
                        </a:lnSpc>
                        <a:spcBef>
                          <a:spcPts val="0"/>
                        </a:spcBef>
                        <a:spcAft>
                          <a:spcPts val="0"/>
                        </a:spcAft>
                        <a:buClr>
                          <a:srgbClr val="000000"/>
                        </a:buClr>
                        <a:buSzPts val="1100"/>
                        <a:buFont typeface="Arial"/>
                        <a:buNone/>
                      </a:pPr>
                      <a:endParaRPr sz="1800" u="none" strike="noStrike" cap="none"/>
                    </a:p>
                  </a:txBody>
                  <a:tcPr marL="109760" marR="109760" marT="54880" marB="54880" anchor="ctr"/>
                </a:tc>
                <a:tc>
                  <a:txBody>
                    <a:bodyPr/>
                    <a:lstStyle/>
                    <a:p>
                      <a:pPr marL="0" marR="0" lvl="0" indent="0" algn="ctr" rtl="0">
                        <a:lnSpc>
                          <a:spcPct val="100000"/>
                        </a:lnSpc>
                        <a:spcBef>
                          <a:spcPts val="0"/>
                        </a:spcBef>
                        <a:spcAft>
                          <a:spcPts val="0"/>
                        </a:spcAft>
                        <a:buClr>
                          <a:srgbClr val="000000"/>
                        </a:buClr>
                        <a:buSzPts val="1100"/>
                        <a:buFont typeface="Arial"/>
                        <a:buNone/>
                      </a:pPr>
                      <a:endParaRPr sz="1800" u="none" strike="noStrike" cap="none"/>
                    </a:p>
                  </a:txBody>
                  <a:tcPr marL="109760" marR="109760" marT="54880" marB="54880" anchor="ctr"/>
                </a:tc>
                <a:tc>
                  <a:txBody>
                    <a:bodyPr/>
                    <a:lstStyle/>
                    <a:p>
                      <a:pPr marL="0" marR="0" lvl="0" indent="0" algn="ctr" rtl="0">
                        <a:lnSpc>
                          <a:spcPct val="100000"/>
                        </a:lnSpc>
                        <a:spcBef>
                          <a:spcPts val="0"/>
                        </a:spcBef>
                        <a:spcAft>
                          <a:spcPts val="0"/>
                        </a:spcAft>
                        <a:buClr>
                          <a:srgbClr val="000000"/>
                        </a:buClr>
                        <a:buSzPts val="1100"/>
                        <a:buFont typeface="Arial"/>
                        <a:buNone/>
                      </a:pPr>
                      <a:endParaRPr sz="1800" u="none" strike="noStrike" cap="none"/>
                    </a:p>
                  </a:txBody>
                  <a:tcPr marL="109760" marR="109760" marT="54880" marB="54880" anchor="ctr"/>
                </a:tc>
                <a:tc>
                  <a:txBody>
                    <a:bodyPr/>
                    <a:lstStyle/>
                    <a:p>
                      <a:pPr marL="0" marR="0" lvl="0" indent="0" algn="ctr" rtl="0">
                        <a:lnSpc>
                          <a:spcPct val="100000"/>
                        </a:lnSpc>
                        <a:spcBef>
                          <a:spcPts val="0"/>
                        </a:spcBef>
                        <a:spcAft>
                          <a:spcPts val="0"/>
                        </a:spcAft>
                        <a:buClr>
                          <a:srgbClr val="000000"/>
                        </a:buClr>
                        <a:buSzPts val="1100"/>
                        <a:buFont typeface="Arial"/>
                        <a:buNone/>
                      </a:pPr>
                      <a:endParaRPr sz="1800" u="none" strike="noStrike" cap="none"/>
                    </a:p>
                  </a:txBody>
                  <a:tcPr marL="109760" marR="109760" marT="54880" marB="54880" anchor="ctr"/>
                </a:tc>
                <a:extLst>
                  <a:ext uri="{0D108BD9-81ED-4DB2-BD59-A6C34878D82A}">
                    <a16:rowId xmlns:a16="http://schemas.microsoft.com/office/drawing/2014/main" val="10003"/>
                  </a:ext>
                </a:extLst>
              </a:tr>
              <a:tr h="445040">
                <a:tc>
                  <a:txBody>
                    <a:bodyPr/>
                    <a:lstStyle/>
                    <a:p>
                      <a:pPr marL="0" marR="0" lvl="0" indent="0" algn="ctr" rtl="0">
                        <a:lnSpc>
                          <a:spcPct val="100000"/>
                        </a:lnSpc>
                        <a:spcBef>
                          <a:spcPts val="0"/>
                        </a:spcBef>
                        <a:spcAft>
                          <a:spcPts val="0"/>
                        </a:spcAft>
                        <a:buClr>
                          <a:srgbClr val="000000"/>
                        </a:buClr>
                        <a:buSzPts val="1100"/>
                        <a:buFont typeface="Arial"/>
                        <a:buNone/>
                      </a:pPr>
                      <a:r>
                        <a:rPr lang="en-US" sz="1800" u="none" strike="noStrike" cap="none"/>
                        <a:t>.</a:t>
                      </a:r>
                      <a:endParaRPr sz="1800" u="none" strike="noStrike" cap="none"/>
                    </a:p>
                  </a:txBody>
                  <a:tcPr marL="109760" marR="109760" marT="54880" marB="54880" anchor="ctr">
                    <a:solidFill>
                      <a:srgbClr val="6DE1D8"/>
                    </a:solidFill>
                  </a:tcPr>
                </a:tc>
                <a:tc>
                  <a:txBody>
                    <a:bodyPr/>
                    <a:lstStyle/>
                    <a:p>
                      <a:pPr marL="0" marR="0" lvl="0" indent="0" algn="ctr" rtl="0">
                        <a:lnSpc>
                          <a:spcPct val="100000"/>
                        </a:lnSpc>
                        <a:spcBef>
                          <a:spcPts val="0"/>
                        </a:spcBef>
                        <a:spcAft>
                          <a:spcPts val="0"/>
                        </a:spcAft>
                        <a:buClr>
                          <a:srgbClr val="000000"/>
                        </a:buClr>
                        <a:buSzPts val="1100"/>
                        <a:buFont typeface="Arial"/>
                        <a:buNone/>
                      </a:pPr>
                      <a:endParaRPr sz="1800" u="none" strike="noStrike" cap="none"/>
                    </a:p>
                  </a:txBody>
                  <a:tcPr marL="109760" marR="109760" marT="54880" marB="54880" anchor="ctr"/>
                </a:tc>
                <a:tc>
                  <a:txBody>
                    <a:bodyPr/>
                    <a:lstStyle/>
                    <a:p>
                      <a:pPr marL="0" marR="0" lvl="0" indent="0" algn="ctr" rtl="0">
                        <a:lnSpc>
                          <a:spcPct val="100000"/>
                        </a:lnSpc>
                        <a:spcBef>
                          <a:spcPts val="0"/>
                        </a:spcBef>
                        <a:spcAft>
                          <a:spcPts val="0"/>
                        </a:spcAft>
                        <a:buClr>
                          <a:srgbClr val="000000"/>
                        </a:buClr>
                        <a:buSzPts val="1100"/>
                        <a:buFont typeface="Arial"/>
                        <a:buNone/>
                      </a:pPr>
                      <a:endParaRPr sz="1800" u="none" strike="noStrike" cap="none"/>
                    </a:p>
                  </a:txBody>
                  <a:tcPr marL="109760" marR="109760" marT="54880" marB="54880" anchor="ctr"/>
                </a:tc>
                <a:tc>
                  <a:txBody>
                    <a:bodyPr/>
                    <a:lstStyle/>
                    <a:p>
                      <a:pPr marL="0" marR="0" lvl="0" indent="0" algn="ctr" rtl="0">
                        <a:lnSpc>
                          <a:spcPct val="100000"/>
                        </a:lnSpc>
                        <a:spcBef>
                          <a:spcPts val="0"/>
                        </a:spcBef>
                        <a:spcAft>
                          <a:spcPts val="0"/>
                        </a:spcAft>
                        <a:buClr>
                          <a:srgbClr val="000000"/>
                        </a:buClr>
                        <a:buSzPts val="1100"/>
                        <a:buFont typeface="Arial"/>
                        <a:buNone/>
                      </a:pPr>
                      <a:endParaRPr sz="1800" u="none" strike="noStrike" cap="none"/>
                    </a:p>
                  </a:txBody>
                  <a:tcPr marL="109760" marR="109760" marT="54880" marB="54880" anchor="ctr"/>
                </a:tc>
                <a:tc>
                  <a:txBody>
                    <a:bodyPr/>
                    <a:lstStyle/>
                    <a:p>
                      <a:pPr marL="0" marR="0" lvl="0" indent="0" algn="ctr" rtl="0">
                        <a:lnSpc>
                          <a:spcPct val="100000"/>
                        </a:lnSpc>
                        <a:spcBef>
                          <a:spcPts val="0"/>
                        </a:spcBef>
                        <a:spcAft>
                          <a:spcPts val="0"/>
                        </a:spcAft>
                        <a:buClr>
                          <a:srgbClr val="000000"/>
                        </a:buClr>
                        <a:buSzPts val="1100"/>
                        <a:buFont typeface="Arial"/>
                        <a:buNone/>
                      </a:pPr>
                      <a:endParaRPr sz="1800" u="none" strike="noStrike" cap="none"/>
                    </a:p>
                  </a:txBody>
                  <a:tcPr marL="109760" marR="109760" marT="54880" marB="54880" anchor="ctr"/>
                </a:tc>
                <a:tc>
                  <a:txBody>
                    <a:bodyPr/>
                    <a:lstStyle/>
                    <a:p>
                      <a:pPr marL="0" marR="0" lvl="0" indent="0" algn="ctr" rtl="0">
                        <a:lnSpc>
                          <a:spcPct val="100000"/>
                        </a:lnSpc>
                        <a:spcBef>
                          <a:spcPts val="0"/>
                        </a:spcBef>
                        <a:spcAft>
                          <a:spcPts val="0"/>
                        </a:spcAft>
                        <a:buClr>
                          <a:srgbClr val="000000"/>
                        </a:buClr>
                        <a:buSzPts val="1100"/>
                        <a:buFont typeface="Arial"/>
                        <a:buNone/>
                      </a:pPr>
                      <a:endParaRPr sz="1800" u="none" strike="noStrike" cap="none"/>
                    </a:p>
                  </a:txBody>
                  <a:tcPr marL="109760" marR="109760" marT="54880" marB="54880" anchor="ctr"/>
                </a:tc>
                <a:extLst>
                  <a:ext uri="{0D108BD9-81ED-4DB2-BD59-A6C34878D82A}">
                    <a16:rowId xmlns:a16="http://schemas.microsoft.com/office/drawing/2014/main" val="10004"/>
                  </a:ext>
                </a:extLst>
              </a:tr>
              <a:tr h="445040">
                <a:tc>
                  <a:txBody>
                    <a:bodyPr/>
                    <a:lstStyle/>
                    <a:p>
                      <a:pPr marL="0" marR="0" lvl="0" indent="0" algn="ctr" rtl="0">
                        <a:lnSpc>
                          <a:spcPct val="100000"/>
                        </a:lnSpc>
                        <a:spcBef>
                          <a:spcPts val="0"/>
                        </a:spcBef>
                        <a:spcAft>
                          <a:spcPts val="0"/>
                        </a:spcAft>
                        <a:buClr>
                          <a:srgbClr val="000000"/>
                        </a:buClr>
                        <a:buSzPts val="1100"/>
                        <a:buFont typeface="Arial"/>
                        <a:buNone/>
                      </a:pPr>
                      <a:r>
                        <a:rPr lang="en-US" sz="1800" u="none" strike="noStrike" cap="none"/>
                        <a:t>.</a:t>
                      </a:r>
                      <a:endParaRPr sz="1800" u="none" strike="noStrike" cap="none"/>
                    </a:p>
                  </a:txBody>
                  <a:tcPr marL="109760" marR="109760" marT="54880" marB="54880" anchor="ctr">
                    <a:solidFill>
                      <a:srgbClr val="6DE1D8"/>
                    </a:solidFill>
                  </a:tcPr>
                </a:tc>
                <a:tc>
                  <a:txBody>
                    <a:bodyPr/>
                    <a:lstStyle/>
                    <a:p>
                      <a:pPr marL="0" marR="0" lvl="0" indent="0" algn="ctr" rtl="0">
                        <a:lnSpc>
                          <a:spcPct val="100000"/>
                        </a:lnSpc>
                        <a:spcBef>
                          <a:spcPts val="0"/>
                        </a:spcBef>
                        <a:spcAft>
                          <a:spcPts val="0"/>
                        </a:spcAft>
                        <a:buClr>
                          <a:srgbClr val="000000"/>
                        </a:buClr>
                        <a:buSzPts val="1100"/>
                        <a:buFont typeface="Arial"/>
                        <a:buNone/>
                      </a:pPr>
                      <a:endParaRPr sz="1800" u="none" strike="noStrike" cap="none"/>
                    </a:p>
                  </a:txBody>
                  <a:tcPr marL="109760" marR="109760" marT="54880" marB="54880" anchor="ctr"/>
                </a:tc>
                <a:tc>
                  <a:txBody>
                    <a:bodyPr/>
                    <a:lstStyle/>
                    <a:p>
                      <a:pPr marL="0" marR="0" lvl="0" indent="0" algn="ctr" rtl="0">
                        <a:lnSpc>
                          <a:spcPct val="100000"/>
                        </a:lnSpc>
                        <a:spcBef>
                          <a:spcPts val="0"/>
                        </a:spcBef>
                        <a:spcAft>
                          <a:spcPts val="0"/>
                        </a:spcAft>
                        <a:buClr>
                          <a:srgbClr val="000000"/>
                        </a:buClr>
                        <a:buSzPts val="1100"/>
                        <a:buFont typeface="Arial"/>
                        <a:buNone/>
                      </a:pPr>
                      <a:endParaRPr sz="1800" u="none" strike="noStrike" cap="none"/>
                    </a:p>
                  </a:txBody>
                  <a:tcPr marL="109760" marR="109760" marT="54880" marB="54880" anchor="ctr"/>
                </a:tc>
                <a:tc>
                  <a:txBody>
                    <a:bodyPr/>
                    <a:lstStyle/>
                    <a:p>
                      <a:pPr marL="0" marR="0" lvl="0" indent="0" algn="ctr" rtl="0">
                        <a:lnSpc>
                          <a:spcPct val="100000"/>
                        </a:lnSpc>
                        <a:spcBef>
                          <a:spcPts val="0"/>
                        </a:spcBef>
                        <a:spcAft>
                          <a:spcPts val="0"/>
                        </a:spcAft>
                        <a:buClr>
                          <a:srgbClr val="000000"/>
                        </a:buClr>
                        <a:buSzPts val="1100"/>
                        <a:buFont typeface="Arial"/>
                        <a:buNone/>
                      </a:pPr>
                      <a:endParaRPr sz="1800" u="none" strike="noStrike" cap="none"/>
                    </a:p>
                  </a:txBody>
                  <a:tcPr marL="109760" marR="109760" marT="54880" marB="54880" anchor="ctr"/>
                </a:tc>
                <a:tc>
                  <a:txBody>
                    <a:bodyPr/>
                    <a:lstStyle/>
                    <a:p>
                      <a:pPr marL="0" marR="0" lvl="0" indent="0" algn="ctr" rtl="0">
                        <a:lnSpc>
                          <a:spcPct val="100000"/>
                        </a:lnSpc>
                        <a:spcBef>
                          <a:spcPts val="0"/>
                        </a:spcBef>
                        <a:spcAft>
                          <a:spcPts val="0"/>
                        </a:spcAft>
                        <a:buClr>
                          <a:srgbClr val="000000"/>
                        </a:buClr>
                        <a:buSzPts val="1100"/>
                        <a:buFont typeface="Arial"/>
                        <a:buNone/>
                      </a:pPr>
                      <a:endParaRPr sz="1800" u="none" strike="noStrike" cap="none"/>
                    </a:p>
                  </a:txBody>
                  <a:tcPr marL="109760" marR="109760" marT="54880" marB="54880" anchor="ctr"/>
                </a:tc>
                <a:tc>
                  <a:txBody>
                    <a:bodyPr/>
                    <a:lstStyle/>
                    <a:p>
                      <a:pPr marL="0" marR="0" lvl="0" indent="0" algn="ctr" rtl="0">
                        <a:lnSpc>
                          <a:spcPct val="100000"/>
                        </a:lnSpc>
                        <a:spcBef>
                          <a:spcPts val="0"/>
                        </a:spcBef>
                        <a:spcAft>
                          <a:spcPts val="0"/>
                        </a:spcAft>
                        <a:buClr>
                          <a:srgbClr val="000000"/>
                        </a:buClr>
                        <a:buSzPts val="1100"/>
                        <a:buFont typeface="Arial"/>
                        <a:buNone/>
                      </a:pPr>
                      <a:endParaRPr sz="1800" u="none" strike="noStrike" cap="none"/>
                    </a:p>
                  </a:txBody>
                  <a:tcPr marL="109760" marR="109760" marT="54880" marB="54880" anchor="ctr"/>
                </a:tc>
                <a:extLst>
                  <a:ext uri="{0D108BD9-81ED-4DB2-BD59-A6C34878D82A}">
                    <a16:rowId xmlns:a16="http://schemas.microsoft.com/office/drawing/2014/main" val="10005"/>
                  </a:ext>
                </a:extLst>
              </a:tr>
              <a:tr h="445040">
                <a:tc>
                  <a:txBody>
                    <a:bodyPr/>
                    <a:lstStyle/>
                    <a:p>
                      <a:pPr marL="0" marR="0" lvl="0" indent="0" algn="ctr" rtl="0">
                        <a:lnSpc>
                          <a:spcPct val="100000"/>
                        </a:lnSpc>
                        <a:spcBef>
                          <a:spcPts val="0"/>
                        </a:spcBef>
                        <a:spcAft>
                          <a:spcPts val="0"/>
                        </a:spcAft>
                        <a:buClr>
                          <a:srgbClr val="000000"/>
                        </a:buClr>
                        <a:buSzPts val="1100"/>
                        <a:buFont typeface="Arial"/>
                        <a:buNone/>
                      </a:pPr>
                      <a:r>
                        <a:rPr lang="en-US" sz="1800" u="none" strike="noStrike" cap="none"/>
                        <a:t>n</a:t>
                      </a:r>
                      <a:endParaRPr sz="1800" u="none" strike="noStrike" cap="none"/>
                    </a:p>
                  </a:txBody>
                  <a:tcPr marL="109760" marR="109760" marT="54880" marB="54880" anchor="ctr">
                    <a:solidFill>
                      <a:srgbClr val="6DE1D8"/>
                    </a:solidFill>
                  </a:tcPr>
                </a:tc>
                <a:tc>
                  <a:txBody>
                    <a:bodyPr/>
                    <a:lstStyle/>
                    <a:p>
                      <a:pPr marL="0" marR="0" lvl="0" indent="0" algn="ctr" rtl="0">
                        <a:lnSpc>
                          <a:spcPct val="100000"/>
                        </a:lnSpc>
                        <a:spcBef>
                          <a:spcPts val="0"/>
                        </a:spcBef>
                        <a:spcAft>
                          <a:spcPts val="0"/>
                        </a:spcAft>
                        <a:buClr>
                          <a:srgbClr val="000000"/>
                        </a:buClr>
                        <a:buSzPts val="1100"/>
                        <a:buFont typeface="Arial"/>
                        <a:buNone/>
                      </a:pPr>
                      <a:endParaRPr sz="1800" u="none" strike="noStrike" cap="none"/>
                    </a:p>
                  </a:txBody>
                  <a:tcPr marL="109760" marR="109760" marT="54880" marB="54880" anchor="ctr"/>
                </a:tc>
                <a:tc>
                  <a:txBody>
                    <a:bodyPr/>
                    <a:lstStyle/>
                    <a:p>
                      <a:pPr marL="0" marR="0" lvl="0" indent="0" algn="ctr" rtl="0">
                        <a:lnSpc>
                          <a:spcPct val="100000"/>
                        </a:lnSpc>
                        <a:spcBef>
                          <a:spcPts val="0"/>
                        </a:spcBef>
                        <a:spcAft>
                          <a:spcPts val="0"/>
                        </a:spcAft>
                        <a:buClr>
                          <a:srgbClr val="000000"/>
                        </a:buClr>
                        <a:buSzPts val="1100"/>
                        <a:buFont typeface="Arial"/>
                        <a:buNone/>
                      </a:pPr>
                      <a:endParaRPr sz="1800" u="none" strike="noStrike" cap="none"/>
                    </a:p>
                  </a:txBody>
                  <a:tcPr marL="109760" marR="109760" marT="54880" marB="54880" anchor="ctr"/>
                </a:tc>
                <a:tc>
                  <a:txBody>
                    <a:bodyPr/>
                    <a:lstStyle/>
                    <a:p>
                      <a:pPr marL="0" marR="0" lvl="0" indent="0" algn="ctr" rtl="0">
                        <a:lnSpc>
                          <a:spcPct val="100000"/>
                        </a:lnSpc>
                        <a:spcBef>
                          <a:spcPts val="0"/>
                        </a:spcBef>
                        <a:spcAft>
                          <a:spcPts val="0"/>
                        </a:spcAft>
                        <a:buClr>
                          <a:srgbClr val="000000"/>
                        </a:buClr>
                        <a:buSzPts val="1100"/>
                        <a:buFont typeface="Arial"/>
                        <a:buNone/>
                      </a:pPr>
                      <a:endParaRPr sz="1800" u="none" strike="noStrike" cap="none"/>
                    </a:p>
                  </a:txBody>
                  <a:tcPr marL="109760" marR="109760" marT="54880" marB="54880" anchor="ctr"/>
                </a:tc>
                <a:tc>
                  <a:txBody>
                    <a:bodyPr/>
                    <a:lstStyle/>
                    <a:p>
                      <a:pPr marL="0" marR="0" lvl="0" indent="0" algn="ctr" rtl="0">
                        <a:lnSpc>
                          <a:spcPct val="100000"/>
                        </a:lnSpc>
                        <a:spcBef>
                          <a:spcPts val="0"/>
                        </a:spcBef>
                        <a:spcAft>
                          <a:spcPts val="0"/>
                        </a:spcAft>
                        <a:buClr>
                          <a:srgbClr val="000000"/>
                        </a:buClr>
                        <a:buSzPts val="1100"/>
                        <a:buFont typeface="Arial"/>
                        <a:buNone/>
                      </a:pPr>
                      <a:endParaRPr sz="1800" u="none" strike="noStrike" cap="none"/>
                    </a:p>
                  </a:txBody>
                  <a:tcPr marL="109760" marR="109760" marT="54880" marB="54880" anchor="ctr"/>
                </a:tc>
                <a:tc>
                  <a:txBody>
                    <a:bodyPr/>
                    <a:lstStyle/>
                    <a:p>
                      <a:pPr marL="0" marR="0" lvl="0" indent="0" algn="ctr" rtl="0">
                        <a:lnSpc>
                          <a:spcPct val="100000"/>
                        </a:lnSpc>
                        <a:spcBef>
                          <a:spcPts val="0"/>
                        </a:spcBef>
                        <a:spcAft>
                          <a:spcPts val="0"/>
                        </a:spcAft>
                        <a:buClr>
                          <a:srgbClr val="000000"/>
                        </a:buClr>
                        <a:buSzPts val="1100"/>
                        <a:buFont typeface="Arial"/>
                        <a:buNone/>
                      </a:pPr>
                      <a:endParaRPr sz="1800" u="none" strike="noStrike" cap="none" dirty="0"/>
                    </a:p>
                  </a:txBody>
                  <a:tcPr marL="109760" marR="109760" marT="54880" marB="54880" anchor="ctr"/>
                </a:tc>
                <a:extLst>
                  <a:ext uri="{0D108BD9-81ED-4DB2-BD59-A6C34878D82A}">
                    <a16:rowId xmlns:a16="http://schemas.microsoft.com/office/drawing/2014/main" val="10006"/>
                  </a:ext>
                </a:extLst>
              </a:tr>
            </a:tbl>
          </a:graphicData>
        </a:graphic>
      </p:graphicFrame>
      <p:cxnSp>
        <p:nvCxnSpPr>
          <p:cNvPr id="10" name="Google Shape;1161;p114">
            <a:extLst>
              <a:ext uri="{FF2B5EF4-FFF2-40B4-BE49-F238E27FC236}">
                <a16:creationId xmlns:a16="http://schemas.microsoft.com/office/drawing/2014/main" id="{679CAD72-4924-2FA9-23B9-D1C42814B71A}"/>
              </a:ext>
            </a:extLst>
          </p:cNvPr>
          <p:cNvCxnSpPr/>
          <p:nvPr/>
        </p:nvCxnSpPr>
        <p:spPr>
          <a:xfrm>
            <a:off x="3041944" y="4090419"/>
            <a:ext cx="4583520" cy="0"/>
          </a:xfrm>
          <a:prstGeom prst="straightConnector1">
            <a:avLst/>
          </a:prstGeom>
          <a:noFill/>
          <a:ln w="57150" cap="flat" cmpd="sng">
            <a:solidFill>
              <a:srgbClr val="A9A9AD"/>
            </a:solidFill>
            <a:prstDash val="solid"/>
            <a:round/>
            <a:headEnd type="triangle" w="med" len="med"/>
            <a:tailEnd type="triangle" w="med" len="med"/>
          </a:ln>
        </p:spPr>
      </p:cxnSp>
      <p:cxnSp>
        <p:nvCxnSpPr>
          <p:cNvPr id="11" name="Google Shape;1162;p114">
            <a:extLst>
              <a:ext uri="{FF2B5EF4-FFF2-40B4-BE49-F238E27FC236}">
                <a16:creationId xmlns:a16="http://schemas.microsoft.com/office/drawing/2014/main" id="{42BDE350-5B25-BCBF-0F3E-4411F3A67A72}"/>
              </a:ext>
            </a:extLst>
          </p:cNvPr>
          <p:cNvCxnSpPr/>
          <p:nvPr/>
        </p:nvCxnSpPr>
        <p:spPr>
          <a:xfrm>
            <a:off x="8919043" y="4090419"/>
            <a:ext cx="2587200" cy="0"/>
          </a:xfrm>
          <a:prstGeom prst="straightConnector1">
            <a:avLst/>
          </a:prstGeom>
          <a:noFill/>
          <a:ln w="57150" cap="flat" cmpd="sng">
            <a:solidFill>
              <a:srgbClr val="A9A9AD"/>
            </a:solidFill>
            <a:prstDash val="solid"/>
            <a:round/>
            <a:headEnd type="triangle" w="med" len="med"/>
            <a:tailEnd type="triangle" w="med" len="med"/>
          </a:ln>
        </p:spPr>
      </p:cxnSp>
      <p:sp>
        <p:nvSpPr>
          <p:cNvPr id="12" name="Google Shape;1163;p114">
            <a:extLst>
              <a:ext uri="{FF2B5EF4-FFF2-40B4-BE49-F238E27FC236}">
                <a16:creationId xmlns:a16="http://schemas.microsoft.com/office/drawing/2014/main" id="{757F01A0-BBBD-19F6-4A56-04B6BC699CE1}"/>
              </a:ext>
            </a:extLst>
          </p:cNvPr>
          <p:cNvSpPr/>
          <p:nvPr/>
        </p:nvSpPr>
        <p:spPr>
          <a:xfrm>
            <a:off x="9329118" y="4459956"/>
            <a:ext cx="1767360" cy="906720"/>
          </a:xfrm>
          <a:prstGeom prst="rect">
            <a:avLst/>
          </a:prstGeom>
          <a:solidFill>
            <a:schemeClr val="accent1"/>
          </a:solidFill>
          <a:ln w="25400" cap="flat" cmpd="sng">
            <a:solidFill>
              <a:srgbClr val="176F9D"/>
            </a:solidFill>
            <a:prstDash val="solid"/>
            <a:round/>
            <a:headEnd type="none" w="sm" len="sm"/>
            <a:tailEnd type="none" w="sm" len="sm"/>
          </a:ln>
        </p:spPr>
        <p:txBody>
          <a:bodyPr spcFirstLastPara="1" wrap="square" lIns="109720" tIns="54840" rIns="109720" bIns="54840" anchor="ctr" anchorCtr="0">
            <a:noAutofit/>
          </a:bodyPr>
          <a:lstStyle/>
          <a:p>
            <a:pPr algn="ctr">
              <a:buClr>
                <a:srgbClr val="000000"/>
              </a:buClr>
              <a:buSzPts val="1200"/>
            </a:pPr>
            <a:r>
              <a:rPr lang="en-US" sz="1920">
                <a:solidFill>
                  <a:schemeClr val="lt1"/>
                </a:solidFill>
                <a:latin typeface="PT Serif" panose="020A0603040505020204" pitchFamily="18" charset="0"/>
                <a:ea typeface="Open Sans Light"/>
                <a:cs typeface="Open Sans Light"/>
                <a:sym typeface="Open Sans Light"/>
              </a:rPr>
              <a:t>Linear Combinations</a:t>
            </a:r>
            <a:endParaRPr sz="1760">
              <a:solidFill>
                <a:srgbClr val="000000"/>
              </a:solidFill>
              <a:latin typeface="PT Serif" panose="020A0603040505020204" pitchFamily="18" charset="0"/>
              <a:ea typeface="Arial"/>
              <a:cs typeface="Arial"/>
              <a:sym typeface="Arial"/>
            </a:endParaRPr>
          </a:p>
        </p:txBody>
      </p:sp>
    </p:spTree>
    <p:extLst>
      <p:ext uri="{BB962C8B-B14F-4D97-AF65-F5344CB8AC3E}">
        <p14:creationId xmlns:p14="http://schemas.microsoft.com/office/powerpoint/2010/main" val="18410125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182046-9F2B-0214-888F-41697EF9EE2B}"/>
              </a:ext>
            </a:extLst>
          </p:cNvPr>
          <p:cNvSpPr>
            <a:spLocks noGrp="1"/>
          </p:cNvSpPr>
          <p:nvPr>
            <p:ph type="title"/>
          </p:nvPr>
        </p:nvSpPr>
        <p:spPr>
          <a:xfrm>
            <a:off x="1140399" y="762000"/>
            <a:ext cx="13656055" cy="610103"/>
          </a:xfrm>
        </p:spPr>
        <p:txBody>
          <a:bodyPr/>
          <a:lstStyle/>
          <a:p>
            <a:pPr marL="0" indent="0" algn="l">
              <a:lnSpc>
                <a:spcPts val="5100"/>
              </a:lnSpc>
              <a:buNone/>
            </a:pPr>
            <a:r>
              <a:rPr lang="en-US" sz="3600" dirty="0">
                <a:solidFill>
                  <a:srgbClr val="020202"/>
                </a:solidFill>
                <a:latin typeface="PT Serif" pitchFamily="34" charset="0"/>
                <a:ea typeface="PT Serif" pitchFamily="34" charset="-122"/>
                <a:cs typeface="PT Serif" pitchFamily="34" charset="-120"/>
              </a:rPr>
              <a:t>Variation and Correlation - Key Data Features</a:t>
            </a:r>
            <a:endParaRPr lang="en-US" sz="3600" dirty="0"/>
          </a:p>
        </p:txBody>
      </p:sp>
      <p:sp>
        <p:nvSpPr>
          <p:cNvPr id="3" name="Text Placeholder 2">
            <a:extLst>
              <a:ext uri="{FF2B5EF4-FFF2-40B4-BE49-F238E27FC236}">
                <a16:creationId xmlns:a16="http://schemas.microsoft.com/office/drawing/2014/main" id="{2DC191F2-0D39-3AA9-C4C2-1C56A5F42E6D}"/>
              </a:ext>
            </a:extLst>
          </p:cNvPr>
          <p:cNvSpPr>
            <a:spLocks noGrp="1"/>
          </p:cNvSpPr>
          <p:nvPr>
            <p:ph type="body" idx="1"/>
          </p:nvPr>
        </p:nvSpPr>
        <p:spPr>
          <a:xfrm>
            <a:off x="1157984" y="1713084"/>
            <a:ext cx="12314429" cy="6049926"/>
          </a:xfrm>
        </p:spPr>
        <p:txBody>
          <a:bodyPr/>
          <a:lstStyle/>
          <a:p>
            <a:pPr marL="0" indent="0" algn="l">
              <a:lnSpc>
                <a:spcPct val="150000"/>
              </a:lnSpc>
              <a:buNone/>
            </a:pPr>
            <a:r>
              <a:rPr lang="en-US" sz="1800" dirty="0">
                <a:solidFill>
                  <a:schemeClr val="tx1"/>
                </a:solidFill>
                <a:ea typeface="DM Sans" pitchFamily="34" charset="-122"/>
                <a:cs typeface="DM Sans" pitchFamily="34" charset="-120"/>
              </a:rPr>
              <a:t>Variation in the data is nothing but the information that the data gives.</a:t>
            </a:r>
          </a:p>
          <a:p>
            <a:pPr algn="l">
              <a:lnSpc>
                <a:spcPct val="150000"/>
              </a:lnSpc>
            </a:pPr>
            <a:r>
              <a:rPr lang="en-US" sz="1800" dirty="0">
                <a:solidFill>
                  <a:schemeClr val="tx1"/>
                </a:solidFill>
                <a:ea typeface="DM Sans" pitchFamily="34" charset="-122"/>
                <a:cs typeface="DM Sans" pitchFamily="34" charset="-120"/>
              </a:rPr>
              <a:t>Variables in the data can be highly correlated.</a:t>
            </a:r>
          </a:p>
          <a:p>
            <a:pPr algn="l">
              <a:lnSpc>
                <a:spcPct val="150000"/>
              </a:lnSpc>
            </a:pPr>
            <a:endParaRPr lang="en-US" sz="1800" dirty="0">
              <a:solidFill>
                <a:schemeClr val="tx1"/>
              </a:solidFill>
            </a:endParaRPr>
          </a:p>
          <a:p>
            <a:pPr algn="l">
              <a:lnSpc>
                <a:spcPct val="150000"/>
              </a:lnSpc>
            </a:pPr>
            <a:r>
              <a:rPr lang="en-US" sz="2400" dirty="0">
                <a:solidFill>
                  <a:schemeClr val="tx1"/>
                </a:solidFill>
                <a:ea typeface="PT Serif" pitchFamily="34" charset="-122"/>
                <a:cs typeface="PT Serif" pitchFamily="34" charset="-120"/>
              </a:rPr>
              <a:t>Example: Employee satisfaction survey asks the following questions:</a:t>
            </a:r>
          </a:p>
          <a:p>
            <a:pPr algn="l">
              <a:lnSpc>
                <a:spcPct val="150000"/>
              </a:lnSpc>
            </a:pPr>
            <a:endParaRPr lang="en-US" sz="2400" dirty="0">
              <a:solidFill>
                <a:schemeClr val="tx1"/>
              </a:solidFill>
            </a:endParaRPr>
          </a:p>
          <a:p>
            <a:pPr marL="285750" indent="-285750" algn="l">
              <a:lnSpc>
                <a:spcPct val="150000"/>
              </a:lnSpc>
              <a:buFont typeface="Arial" panose="020B0604020202020204" pitchFamily="34" charset="0"/>
              <a:buChar char="•"/>
            </a:pPr>
            <a:r>
              <a:rPr lang="en-US" sz="1800" dirty="0">
                <a:solidFill>
                  <a:schemeClr val="tx1"/>
                </a:solidFill>
                <a:ea typeface="DM Sans" pitchFamily="34" charset="-122"/>
                <a:cs typeface="DM Sans" pitchFamily="34" charset="-120"/>
              </a:rPr>
              <a:t>Do you think you are rewarded regularly for your work?</a:t>
            </a:r>
            <a:endParaRPr lang="en-US" sz="1800" dirty="0">
              <a:solidFill>
                <a:schemeClr val="tx1"/>
              </a:solidFill>
            </a:endParaRPr>
          </a:p>
          <a:p>
            <a:pPr marL="285750" indent="-285750" algn="l">
              <a:lnSpc>
                <a:spcPct val="150000"/>
              </a:lnSpc>
              <a:buFont typeface="Arial" panose="020B0604020202020204" pitchFamily="34" charset="0"/>
              <a:buChar char="•"/>
            </a:pPr>
            <a:r>
              <a:rPr lang="en-US" sz="1800" dirty="0">
                <a:solidFill>
                  <a:schemeClr val="tx1"/>
                </a:solidFill>
                <a:ea typeface="DM Sans" pitchFamily="34" charset="-122"/>
                <a:cs typeface="DM Sans" pitchFamily="34" charset="-120"/>
              </a:rPr>
              <a:t>Do you think the system monitoring your performance is flawed?</a:t>
            </a:r>
            <a:endParaRPr lang="en-US" sz="1800" dirty="0">
              <a:solidFill>
                <a:schemeClr val="tx1"/>
              </a:solidFill>
            </a:endParaRPr>
          </a:p>
          <a:p>
            <a:pPr marL="285750" indent="-285750" algn="l">
              <a:lnSpc>
                <a:spcPct val="150000"/>
              </a:lnSpc>
              <a:buFont typeface="Arial" panose="020B0604020202020204" pitchFamily="34" charset="0"/>
              <a:buChar char="•"/>
            </a:pPr>
            <a:r>
              <a:rPr lang="en-US" sz="1800" dirty="0">
                <a:solidFill>
                  <a:schemeClr val="tx1"/>
                </a:solidFill>
                <a:ea typeface="DM Sans" pitchFamily="34" charset="-122"/>
                <a:cs typeface="DM Sans" pitchFamily="34" charset="-120"/>
              </a:rPr>
              <a:t>Do you get timely encouragement from your supervisors regarding your work?</a:t>
            </a:r>
          </a:p>
          <a:p>
            <a:pPr marL="285750" indent="-285750" algn="l">
              <a:lnSpc>
                <a:spcPct val="150000"/>
              </a:lnSpc>
              <a:buFont typeface="Arial" panose="020B0604020202020204" pitchFamily="34" charset="0"/>
              <a:buChar char="•"/>
            </a:pPr>
            <a:endParaRPr lang="en-US" sz="1800" dirty="0">
              <a:solidFill>
                <a:schemeClr val="tx1"/>
              </a:solidFill>
              <a:ea typeface="DM Sans" pitchFamily="34" charset="-122"/>
              <a:cs typeface="DM Sans" pitchFamily="34" charset="-120"/>
            </a:endParaRPr>
          </a:p>
          <a:p>
            <a:pPr algn="l">
              <a:lnSpc>
                <a:spcPct val="150000"/>
              </a:lnSpc>
            </a:pPr>
            <a:r>
              <a:rPr lang="en-US" sz="1800" dirty="0">
                <a:solidFill>
                  <a:schemeClr val="tx1"/>
                </a:solidFill>
                <a:ea typeface="DM Sans" pitchFamily="34" charset="-122"/>
                <a:cs typeface="DM Sans" pitchFamily="34" charset="-120"/>
              </a:rPr>
              <a:t>The above three questions measure the robustness of employee work review. Having three questions to represent a common area can be considered redundant.</a:t>
            </a:r>
            <a:endParaRPr lang="en-US" sz="1800" dirty="0">
              <a:solidFill>
                <a:schemeClr val="tx1"/>
              </a:solidFill>
            </a:endParaRPr>
          </a:p>
          <a:p>
            <a:pPr algn="l">
              <a:lnSpc>
                <a:spcPct val="150000"/>
              </a:lnSpc>
            </a:pPr>
            <a:r>
              <a:rPr lang="en-US" sz="1800" dirty="0">
                <a:solidFill>
                  <a:schemeClr val="tx1"/>
                </a:solidFill>
                <a:ea typeface="DM Sans" pitchFamily="34" charset="-122"/>
                <a:cs typeface="DM Sans" pitchFamily="34" charset="-120"/>
              </a:rPr>
              <a:t>Reduction is justified when there is such Correlation present in the data.</a:t>
            </a:r>
            <a:endParaRPr lang="en-US" sz="1800" dirty="0">
              <a:solidFill>
                <a:schemeClr val="tx1"/>
              </a:solidFill>
            </a:endParaRPr>
          </a:p>
          <a:p>
            <a:pPr algn="l">
              <a:lnSpc>
                <a:spcPct val="150000"/>
              </a:lnSpc>
            </a:pPr>
            <a:endParaRPr lang="en-US" sz="1800" dirty="0">
              <a:solidFill>
                <a:schemeClr val="tx1"/>
              </a:solidFill>
            </a:endParaRPr>
          </a:p>
          <a:p>
            <a:pPr marL="0" indent="0" algn="l">
              <a:lnSpc>
                <a:spcPct val="150000"/>
              </a:lnSpc>
              <a:buNone/>
            </a:pPr>
            <a:endParaRPr lang="en-US" sz="1800" dirty="0">
              <a:solidFill>
                <a:schemeClr val="tx1"/>
              </a:solidFill>
            </a:endParaRPr>
          </a:p>
        </p:txBody>
      </p:sp>
    </p:spTree>
    <p:extLst>
      <p:ext uri="{BB962C8B-B14F-4D97-AF65-F5344CB8AC3E}">
        <p14:creationId xmlns:p14="http://schemas.microsoft.com/office/powerpoint/2010/main" val="11386115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51482" y="565803"/>
            <a:ext cx="13656055" cy="1053866"/>
          </a:xfrm>
          <a:prstGeom prst="rect">
            <a:avLst/>
          </a:prstGeom>
        </p:spPr>
        <p:txBody>
          <a:bodyPr vert="horz" wrap="square" lIns="0" tIns="439471" rIns="0" bIns="0" rtlCol="0">
            <a:spAutoFit/>
          </a:bodyPr>
          <a:lstStyle/>
          <a:p>
            <a:pPr marL="0" indent="0" algn="l">
              <a:lnSpc>
                <a:spcPts val="5100"/>
              </a:lnSpc>
              <a:buNone/>
            </a:pPr>
            <a:r>
              <a:rPr lang="en-US" sz="3600" dirty="0">
                <a:solidFill>
                  <a:srgbClr val="020202"/>
                </a:solidFill>
                <a:ea typeface="PT Serif" pitchFamily="34" charset="-122"/>
                <a:cs typeface="PT Serif" pitchFamily="34" charset="-120"/>
              </a:rPr>
              <a:t>Principal Component Analysis (PCA)</a:t>
            </a:r>
            <a:endParaRPr lang="en-US" sz="3600" dirty="0"/>
          </a:p>
        </p:txBody>
      </p:sp>
      <p:sp>
        <p:nvSpPr>
          <p:cNvPr id="13" name="Shape 5">
            <a:extLst>
              <a:ext uri="{FF2B5EF4-FFF2-40B4-BE49-F238E27FC236}">
                <a16:creationId xmlns:a16="http://schemas.microsoft.com/office/drawing/2014/main" id="{E7C49C67-C298-4068-CA76-A4C08A84BF5C}"/>
              </a:ext>
            </a:extLst>
          </p:cNvPr>
          <p:cNvSpPr/>
          <p:nvPr/>
        </p:nvSpPr>
        <p:spPr>
          <a:xfrm>
            <a:off x="5249508" y="2349938"/>
            <a:ext cx="4164095" cy="3265996"/>
          </a:xfrm>
          <a:prstGeom prst="roundRect">
            <a:avLst>
              <a:gd name="adj" fmla="val 1410"/>
            </a:avLst>
          </a:prstGeom>
          <a:solidFill>
            <a:srgbClr val="F2EEEE"/>
          </a:solidFill>
          <a:ln/>
        </p:spPr>
      </p:sp>
      <p:sp>
        <p:nvSpPr>
          <p:cNvPr id="14" name="Text 6">
            <a:extLst>
              <a:ext uri="{FF2B5EF4-FFF2-40B4-BE49-F238E27FC236}">
                <a16:creationId xmlns:a16="http://schemas.microsoft.com/office/drawing/2014/main" id="{BEBCEDAE-A091-212D-F1FD-EBC293DAA8C5}"/>
              </a:ext>
            </a:extLst>
          </p:cNvPr>
          <p:cNvSpPr/>
          <p:nvPr/>
        </p:nvSpPr>
        <p:spPr>
          <a:xfrm>
            <a:off x="5520702" y="2602320"/>
            <a:ext cx="3976821" cy="4865280"/>
          </a:xfrm>
          <a:prstGeom prst="rect">
            <a:avLst/>
          </a:prstGeom>
          <a:noFill/>
          <a:ln/>
        </p:spPr>
        <p:txBody>
          <a:bodyPr wrap="square" lIns="0" tIns="0" rIns="0" bIns="0" rtlCol="0" anchor="t"/>
          <a:lstStyle/>
          <a:p>
            <a:pPr marL="0" indent="0" algn="l">
              <a:lnSpc>
                <a:spcPct val="200000"/>
              </a:lnSpc>
              <a:buNone/>
            </a:pPr>
            <a:r>
              <a:rPr lang="en-US" dirty="0">
                <a:solidFill>
                  <a:srgbClr val="383838"/>
                </a:solidFill>
                <a:latin typeface="PT Serif" panose="020A0603040505020204" pitchFamily="18" charset="0"/>
                <a:ea typeface="DM Sans" pitchFamily="34" charset="-122"/>
                <a:cs typeface="DM Sans" pitchFamily="34" charset="-120"/>
              </a:rPr>
              <a:t>The method was invented by </a:t>
            </a:r>
            <a:r>
              <a:rPr lang="en-US" b="1" dirty="0">
                <a:solidFill>
                  <a:srgbClr val="383838"/>
                </a:solidFill>
                <a:latin typeface="PT Serif" panose="020A0603040505020204" pitchFamily="18" charset="0"/>
                <a:ea typeface="DM Sans" pitchFamily="34" charset="-122"/>
                <a:cs typeface="DM Sans" pitchFamily="34" charset="-120"/>
              </a:rPr>
              <a:t>Pearson</a:t>
            </a:r>
            <a:r>
              <a:rPr lang="en-US" dirty="0">
                <a:solidFill>
                  <a:srgbClr val="383838"/>
                </a:solidFill>
                <a:latin typeface="PT Serif" panose="020A0603040505020204" pitchFamily="18" charset="0"/>
                <a:ea typeface="DM Sans" pitchFamily="34" charset="-122"/>
                <a:cs typeface="DM Sans" pitchFamily="34" charset="-120"/>
              </a:rPr>
              <a:t> (1901) and </a:t>
            </a:r>
            <a:r>
              <a:rPr lang="en-US" b="1" dirty="0" err="1">
                <a:solidFill>
                  <a:srgbClr val="383838"/>
                </a:solidFill>
                <a:latin typeface="PT Serif" panose="020A0603040505020204" pitchFamily="18" charset="0"/>
                <a:ea typeface="DM Sans" pitchFamily="34" charset="-122"/>
                <a:cs typeface="DM Sans" pitchFamily="34" charset="-120"/>
              </a:rPr>
              <a:t>Hotelling</a:t>
            </a:r>
            <a:r>
              <a:rPr lang="en-US" dirty="0">
                <a:solidFill>
                  <a:srgbClr val="383838"/>
                </a:solidFill>
                <a:latin typeface="PT Serif" panose="020A0603040505020204" pitchFamily="18" charset="0"/>
                <a:ea typeface="DM Sans" pitchFamily="34" charset="-122"/>
                <a:cs typeface="DM Sans" pitchFamily="34" charset="-120"/>
              </a:rPr>
              <a:t> (1933).</a:t>
            </a:r>
            <a:endParaRPr lang="en-US" dirty="0">
              <a:latin typeface="PT Serif" panose="020A0603040505020204" pitchFamily="18" charset="0"/>
            </a:endParaRPr>
          </a:p>
        </p:txBody>
      </p:sp>
      <p:sp>
        <p:nvSpPr>
          <p:cNvPr id="15" name="Text 7">
            <a:extLst>
              <a:ext uri="{FF2B5EF4-FFF2-40B4-BE49-F238E27FC236}">
                <a16:creationId xmlns:a16="http://schemas.microsoft.com/office/drawing/2014/main" id="{36221D7B-8D1F-CF5A-6FD1-DA6DD3F7C3CC}"/>
              </a:ext>
            </a:extLst>
          </p:cNvPr>
          <p:cNvSpPr/>
          <p:nvPr/>
        </p:nvSpPr>
        <p:spPr>
          <a:xfrm>
            <a:off x="5643399" y="4160924"/>
            <a:ext cx="3818692" cy="1270159"/>
          </a:xfrm>
          <a:prstGeom prst="rect">
            <a:avLst/>
          </a:prstGeom>
          <a:noFill/>
          <a:ln/>
        </p:spPr>
        <p:txBody>
          <a:bodyPr wrap="square" lIns="0" tIns="0" rIns="0" bIns="0" rtlCol="0" anchor="t"/>
          <a:lstStyle/>
          <a:p>
            <a:pPr marL="0" indent="0" algn="l">
              <a:lnSpc>
                <a:spcPts val="2500"/>
              </a:lnSpc>
              <a:buNone/>
            </a:pPr>
            <a:endParaRPr lang="en-US" dirty="0">
              <a:latin typeface="PT Serif" panose="020A0603040505020204" pitchFamily="18" charset="0"/>
            </a:endParaRPr>
          </a:p>
        </p:txBody>
      </p:sp>
      <p:sp>
        <p:nvSpPr>
          <p:cNvPr id="16" name="Shape 8">
            <a:extLst>
              <a:ext uri="{FF2B5EF4-FFF2-40B4-BE49-F238E27FC236}">
                <a16:creationId xmlns:a16="http://schemas.microsoft.com/office/drawing/2014/main" id="{56E40DDF-DB35-15B5-6D48-502B983E2206}"/>
              </a:ext>
            </a:extLst>
          </p:cNvPr>
          <p:cNvSpPr/>
          <p:nvPr/>
        </p:nvSpPr>
        <p:spPr>
          <a:xfrm>
            <a:off x="10198113" y="2401520"/>
            <a:ext cx="3818573" cy="3218849"/>
          </a:xfrm>
          <a:prstGeom prst="roundRect">
            <a:avLst>
              <a:gd name="adj" fmla="val 1410"/>
            </a:avLst>
          </a:prstGeom>
          <a:solidFill>
            <a:srgbClr val="F2EEEE"/>
          </a:solidFill>
          <a:ln/>
        </p:spPr>
      </p:sp>
      <p:sp>
        <p:nvSpPr>
          <p:cNvPr id="17" name="Text 9">
            <a:extLst>
              <a:ext uri="{FF2B5EF4-FFF2-40B4-BE49-F238E27FC236}">
                <a16:creationId xmlns:a16="http://schemas.microsoft.com/office/drawing/2014/main" id="{A0DABD8D-9C74-8096-EA52-80379EDA21AF}"/>
              </a:ext>
            </a:extLst>
          </p:cNvPr>
          <p:cNvSpPr/>
          <p:nvPr/>
        </p:nvSpPr>
        <p:spPr>
          <a:xfrm>
            <a:off x="10409645" y="2602320"/>
            <a:ext cx="3347385" cy="2313740"/>
          </a:xfrm>
          <a:prstGeom prst="rect">
            <a:avLst/>
          </a:prstGeom>
          <a:noFill/>
          <a:ln/>
        </p:spPr>
        <p:txBody>
          <a:bodyPr wrap="square" lIns="0" tIns="0" rIns="0" bIns="0" rtlCol="0" anchor="t"/>
          <a:lstStyle/>
          <a:p>
            <a:pPr marL="0" indent="0" algn="l">
              <a:lnSpc>
                <a:spcPct val="200000"/>
              </a:lnSpc>
              <a:buNone/>
            </a:pPr>
            <a:r>
              <a:rPr lang="en-US" dirty="0">
                <a:solidFill>
                  <a:srgbClr val="383838"/>
                </a:solidFill>
                <a:latin typeface="PT Serif" panose="020A0603040505020204" pitchFamily="18" charset="0"/>
                <a:ea typeface="DM Sans" pitchFamily="34" charset="-122"/>
                <a:cs typeface="DM Sans" pitchFamily="34" charset="-120"/>
              </a:rPr>
              <a:t>The method was first applied in ecology by Goodall (1954) under the name "Factor Analysis". ("Principal Factor Analysis" is a synonym of PCA).</a:t>
            </a:r>
            <a:endParaRPr lang="en-US" dirty="0">
              <a:latin typeface="PT Serif" panose="020A0603040505020204" pitchFamily="18" charset="0"/>
            </a:endParaRPr>
          </a:p>
        </p:txBody>
      </p:sp>
      <p:sp>
        <p:nvSpPr>
          <p:cNvPr id="18" name="Text 10">
            <a:extLst>
              <a:ext uri="{FF2B5EF4-FFF2-40B4-BE49-F238E27FC236}">
                <a16:creationId xmlns:a16="http://schemas.microsoft.com/office/drawing/2014/main" id="{A28AB057-DF06-4518-36F1-6697D1A50CCF}"/>
              </a:ext>
            </a:extLst>
          </p:cNvPr>
          <p:cNvSpPr/>
          <p:nvPr/>
        </p:nvSpPr>
        <p:spPr>
          <a:xfrm>
            <a:off x="10091671" y="3073532"/>
            <a:ext cx="3818573" cy="952619"/>
          </a:xfrm>
          <a:prstGeom prst="rect">
            <a:avLst/>
          </a:prstGeom>
          <a:noFill/>
          <a:ln/>
        </p:spPr>
        <p:txBody>
          <a:bodyPr wrap="square" lIns="0" tIns="0" rIns="0" bIns="0" rtlCol="0" anchor="t"/>
          <a:lstStyle/>
          <a:p>
            <a:pPr marL="0" indent="0" algn="l">
              <a:lnSpc>
                <a:spcPts val="2500"/>
              </a:lnSpc>
              <a:buNone/>
            </a:pPr>
            <a:endParaRPr lang="en-US" dirty="0">
              <a:latin typeface="PT Serif" panose="020A0603040505020204" pitchFamily="18" charset="0"/>
            </a:endParaRPr>
          </a:p>
        </p:txBody>
      </p:sp>
      <p:sp>
        <p:nvSpPr>
          <p:cNvPr id="21" name="Shape 2">
            <a:extLst>
              <a:ext uri="{FF2B5EF4-FFF2-40B4-BE49-F238E27FC236}">
                <a16:creationId xmlns:a16="http://schemas.microsoft.com/office/drawing/2014/main" id="{5FE26A02-BF48-BE3A-0BC6-D1E3F1CF2B05}"/>
              </a:ext>
            </a:extLst>
          </p:cNvPr>
          <p:cNvSpPr/>
          <p:nvPr/>
        </p:nvSpPr>
        <p:spPr>
          <a:xfrm>
            <a:off x="685800" y="2354375"/>
            <a:ext cx="3976821" cy="3265996"/>
          </a:xfrm>
          <a:prstGeom prst="roundRect">
            <a:avLst>
              <a:gd name="adj" fmla="val 1410"/>
            </a:avLst>
          </a:prstGeom>
          <a:solidFill>
            <a:srgbClr val="F2EEEE"/>
          </a:solidFill>
          <a:ln/>
        </p:spPr>
        <p:txBody>
          <a:bodyPr/>
          <a:lstStyle/>
          <a:p>
            <a:endParaRPr lang="en-IN" dirty="0">
              <a:latin typeface="PT Serif" panose="020A0603040505020204" pitchFamily="18" charset="0"/>
            </a:endParaRPr>
          </a:p>
        </p:txBody>
      </p:sp>
      <p:sp>
        <p:nvSpPr>
          <p:cNvPr id="22" name="Text 3">
            <a:extLst>
              <a:ext uri="{FF2B5EF4-FFF2-40B4-BE49-F238E27FC236}">
                <a16:creationId xmlns:a16="http://schemas.microsoft.com/office/drawing/2014/main" id="{14E2EBE4-A5A4-AC65-201B-5D66F292BE53}"/>
              </a:ext>
            </a:extLst>
          </p:cNvPr>
          <p:cNvSpPr/>
          <p:nvPr/>
        </p:nvSpPr>
        <p:spPr>
          <a:xfrm>
            <a:off x="838201" y="2602320"/>
            <a:ext cx="3626798" cy="2476441"/>
          </a:xfrm>
          <a:prstGeom prst="rect">
            <a:avLst/>
          </a:prstGeom>
          <a:noFill/>
          <a:ln/>
        </p:spPr>
        <p:txBody>
          <a:bodyPr wrap="square" lIns="0" tIns="0" rIns="0" bIns="0" rtlCol="0" anchor="t"/>
          <a:lstStyle/>
          <a:p>
            <a:pPr marL="0" indent="0" algn="l">
              <a:lnSpc>
                <a:spcPct val="200000"/>
              </a:lnSpc>
              <a:buNone/>
            </a:pPr>
            <a:r>
              <a:rPr lang="en-US" dirty="0">
                <a:solidFill>
                  <a:srgbClr val="383838"/>
                </a:solidFill>
                <a:latin typeface="PT Serif" panose="020A0603040505020204" pitchFamily="18" charset="0"/>
                <a:ea typeface="DM Sans" pitchFamily="34" charset="-122"/>
                <a:cs typeface="DM Sans" pitchFamily="34" charset="-120"/>
              </a:rPr>
              <a:t>PCA is probably the most widely-used and well-known of the "Standard" multivariate methods.</a:t>
            </a:r>
            <a:endParaRPr lang="en-US" dirty="0">
              <a:latin typeface="PT Serif" panose="020A0603040505020204" pitchFamily="18" charset="0"/>
            </a:endParaRPr>
          </a:p>
        </p:txBody>
      </p:sp>
    </p:spTree>
    <p:extLst>
      <p:ext uri="{BB962C8B-B14F-4D97-AF65-F5344CB8AC3E}">
        <p14:creationId xmlns:p14="http://schemas.microsoft.com/office/powerpoint/2010/main" val="35461635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51482" y="565803"/>
            <a:ext cx="13656055" cy="1067138"/>
          </a:xfrm>
          <a:prstGeom prst="rect">
            <a:avLst/>
          </a:prstGeom>
        </p:spPr>
        <p:txBody>
          <a:bodyPr vert="horz" wrap="square" lIns="0" tIns="439471" rIns="0" bIns="0" rtlCol="0">
            <a:spAutoFit/>
          </a:bodyPr>
          <a:lstStyle/>
          <a:p>
            <a:pPr marL="0" indent="0" algn="l">
              <a:lnSpc>
                <a:spcPts val="5100"/>
              </a:lnSpc>
              <a:buNone/>
            </a:pPr>
            <a:r>
              <a:rPr lang="en-US" sz="3600" dirty="0">
                <a:solidFill>
                  <a:srgbClr val="020202"/>
                </a:solidFill>
                <a:ea typeface="PT Serif" pitchFamily="34" charset="-122"/>
                <a:cs typeface="PT Serif" pitchFamily="34" charset="-120"/>
              </a:rPr>
              <a:t>Principal Component Analysis (PCA)</a:t>
            </a:r>
            <a:endParaRPr lang="en-US" sz="3600" dirty="0"/>
          </a:p>
        </p:txBody>
      </p:sp>
      <p:sp>
        <p:nvSpPr>
          <p:cNvPr id="13" name="Shape 5">
            <a:extLst>
              <a:ext uri="{FF2B5EF4-FFF2-40B4-BE49-F238E27FC236}">
                <a16:creationId xmlns:a16="http://schemas.microsoft.com/office/drawing/2014/main" id="{E7C49C67-C298-4068-CA76-A4C08A84BF5C}"/>
              </a:ext>
            </a:extLst>
          </p:cNvPr>
          <p:cNvSpPr/>
          <p:nvPr/>
        </p:nvSpPr>
        <p:spPr>
          <a:xfrm>
            <a:off x="5249508" y="2349938"/>
            <a:ext cx="4164095" cy="3265996"/>
          </a:xfrm>
          <a:prstGeom prst="roundRect">
            <a:avLst>
              <a:gd name="adj" fmla="val 1410"/>
            </a:avLst>
          </a:prstGeom>
          <a:solidFill>
            <a:srgbClr val="F2EEEE"/>
          </a:solidFill>
          <a:ln/>
        </p:spPr>
      </p:sp>
      <p:sp>
        <p:nvSpPr>
          <p:cNvPr id="14" name="Text 6">
            <a:extLst>
              <a:ext uri="{FF2B5EF4-FFF2-40B4-BE49-F238E27FC236}">
                <a16:creationId xmlns:a16="http://schemas.microsoft.com/office/drawing/2014/main" id="{BEBCEDAE-A091-212D-F1FD-EBC293DAA8C5}"/>
              </a:ext>
            </a:extLst>
          </p:cNvPr>
          <p:cNvSpPr/>
          <p:nvPr/>
        </p:nvSpPr>
        <p:spPr>
          <a:xfrm>
            <a:off x="5520703" y="2602320"/>
            <a:ext cx="3699498" cy="4865280"/>
          </a:xfrm>
          <a:prstGeom prst="rect">
            <a:avLst/>
          </a:prstGeom>
          <a:noFill/>
          <a:ln/>
        </p:spPr>
        <p:txBody>
          <a:bodyPr wrap="square" lIns="0" tIns="0" rIns="0" bIns="0" rtlCol="0" anchor="t"/>
          <a:lstStyle/>
          <a:p>
            <a:pPr algn="l">
              <a:lnSpc>
                <a:spcPct val="200000"/>
              </a:lnSpc>
            </a:pPr>
            <a:r>
              <a:rPr lang="en-US" dirty="0">
                <a:solidFill>
                  <a:srgbClr val="383838"/>
                </a:solidFill>
                <a:latin typeface="PT Serif" panose="020A0603040505020204" pitchFamily="18" charset="0"/>
                <a:ea typeface="DM Sans" pitchFamily="34" charset="-122"/>
                <a:cs typeface="DM Sans" pitchFamily="34" charset="-120"/>
              </a:rPr>
              <a:t>2. Each Principal Component provides </a:t>
            </a:r>
            <a:r>
              <a:rPr lang="en-US" b="1" dirty="0">
                <a:solidFill>
                  <a:srgbClr val="E04F00"/>
                </a:solidFill>
                <a:latin typeface="PT Serif" panose="020A0603040505020204" pitchFamily="18" charset="0"/>
                <a:ea typeface="DM Sans" pitchFamily="34" charset="-122"/>
                <a:cs typeface="DM Sans" pitchFamily="34" charset="-120"/>
              </a:rPr>
              <a:t>unique information</a:t>
            </a:r>
            <a:r>
              <a:rPr lang="en-US" dirty="0">
                <a:solidFill>
                  <a:srgbClr val="383838"/>
                </a:solidFill>
                <a:latin typeface="PT Serif" panose="020A0603040505020204" pitchFamily="18" charset="0"/>
                <a:ea typeface="DM Sans" pitchFamily="34" charset="-122"/>
                <a:cs typeface="DM Sans" pitchFamily="34" charset="-120"/>
              </a:rPr>
              <a:t> about the data.</a:t>
            </a:r>
            <a:endParaRPr lang="en-US" dirty="0">
              <a:latin typeface="PT Serif" panose="020A0603040505020204" pitchFamily="18" charset="0"/>
            </a:endParaRPr>
          </a:p>
          <a:p>
            <a:pPr marL="0" indent="0" algn="l">
              <a:lnSpc>
                <a:spcPct val="200000"/>
              </a:lnSpc>
              <a:buNone/>
            </a:pPr>
            <a:endParaRPr lang="en-US" dirty="0">
              <a:latin typeface="PT Serif" panose="020A0603040505020204" pitchFamily="18" charset="0"/>
            </a:endParaRPr>
          </a:p>
        </p:txBody>
      </p:sp>
      <p:sp>
        <p:nvSpPr>
          <p:cNvPr id="15" name="Text 7">
            <a:extLst>
              <a:ext uri="{FF2B5EF4-FFF2-40B4-BE49-F238E27FC236}">
                <a16:creationId xmlns:a16="http://schemas.microsoft.com/office/drawing/2014/main" id="{36221D7B-8D1F-CF5A-6FD1-DA6DD3F7C3CC}"/>
              </a:ext>
            </a:extLst>
          </p:cNvPr>
          <p:cNvSpPr/>
          <p:nvPr/>
        </p:nvSpPr>
        <p:spPr>
          <a:xfrm>
            <a:off x="5643399" y="4160924"/>
            <a:ext cx="3818692" cy="1270159"/>
          </a:xfrm>
          <a:prstGeom prst="rect">
            <a:avLst/>
          </a:prstGeom>
          <a:noFill/>
          <a:ln/>
        </p:spPr>
        <p:txBody>
          <a:bodyPr wrap="square" lIns="0" tIns="0" rIns="0" bIns="0" rtlCol="0" anchor="t"/>
          <a:lstStyle/>
          <a:p>
            <a:pPr marL="0" indent="0" algn="l">
              <a:lnSpc>
                <a:spcPts val="2500"/>
              </a:lnSpc>
              <a:buNone/>
            </a:pPr>
            <a:endParaRPr lang="en-US" dirty="0">
              <a:latin typeface="PT Serif" panose="020A0603040505020204" pitchFamily="18" charset="0"/>
            </a:endParaRPr>
          </a:p>
        </p:txBody>
      </p:sp>
      <p:sp>
        <p:nvSpPr>
          <p:cNvPr id="16" name="Shape 8">
            <a:extLst>
              <a:ext uri="{FF2B5EF4-FFF2-40B4-BE49-F238E27FC236}">
                <a16:creationId xmlns:a16="http://schemas.microsoft.com/office/drawing/2014/main" id="{56E40DDF-DB35-15B5-6D48-502B983E2206}"/>
              </a:ext>
            </a:extLst>
          </p:cNvPr>
          <p:cNvSpPr/>
          <p:nvPr/>
        </p:nvSpPr>
        <p:spPr>
          <a:xfrm>
            <a:off x="10198113" y="2401520"/>
            <a:ext cx="3818573" cy="3218849"/>
          </a:xfrm>
          <a:prstGeom prst="roundRect">
            <a:avLst>
              <a:gd name="adj" fmla="val 1410"/>
            </a:avLst>
          </a:prstGeom>
          <a:solidFill>
            <a:srgbClr val="F2EEEE"/>
          </a:solidFill>
          <a:ln/>
        </p:spPr>
      </p:sp>
      <p:sp>
        <p:nvSpPr>
          <p:cNvPr id="17" name="Text 9">
            <a:extLst>
              <a:ext uri="{FF2B5EF4-FFF2-40B4-BE49-F238E27FC236}">
                <a16:creationId xmlns:a16="http://schemas.microsoft.com/office/drawing/2014/main" id="{A0DABD8D-9C74-8096-EA52-80379EDA21AF}"/>
              </a:ext>
            </a:extLst>
          </p:cNvPr>
          <p:cNvSpPr/>
          <p:nvPr/>
        </p:nvSpPr>
        <p:spPr>
          <a:xfrm>
            <a:off x="10415506" y="2602320"/>
            <a:ext cx="3347385" cy="2313740"/>
          </a:xfrm>
          <a:prstGeom prst="rect">
            <a:avLst/>
          </a:prstGeom>
          <a:noFill/>
          <a:ln/>
        </p:spPr>
        <p:txBody>
          <a:bodyPr wrap="square" lIns="0" tIns="0" rIns="0" bIns="0" rtlCol="0" anchor="t"/>
          <a:lstStyle/>
          <a:p>
            <a:pPr marL="0" indent="0" algn="l">
              <a:lnSpc>
                <a:spcPct val="200000"/>
              </a:lnSpc>
              <a:buNone/>
            </a:pPr>
            <a:r>
              <a:rPr lang="en-US" dirty="0">
                <a:solidFill>
                  <a:srgbClr val="383838"/>
                </a:solidFill>
                <a:latin typeface="PT Serif" panose="020A0603040505020204" pitchFamily="18" charset="0"/>
                <a:ea typeface="DM Sans" pitchFamily="34" charset="-122"/>
                <a:cs typeface="DM Sans" pitchFamily="34" charset="-120"/>
              </a:rPr>
              <a:t>3. Although 'p' principal components are derived, first 'k' principal components are expected to explain </a:t>
            </a:r>
            <a:r>
              <a:rPr lang="en-US" b="1" dirty="0">
                <a:solidFill>
                  <a:srgbClr val="E04F00"/>
                </a:solidFill>
                <a:latin typeface="PT Serif" panose="020A0603040505020204" pitchFamily="18" charset="0"/>
                <a:ea typeface="DM Sans" pitchFamily="34" charset="-122"/>
                <a:cs typeface="DM Sans" pitchFamily="34" charset="-120"/>
              </a:rPr>
              <a:t>most of the variability</a:t>
            </a:r>
            <a:r>
              <a:rPr lang="en-US" dirty="0">
                <a:solidFill>
                  <a:srgbClr val="383838"/>
                </a:solidFill>
                <a:latin typeface="PT Serif" panose="020A0603040505020204" pitchFamily="18" charset="0"/>
                <a:ea typeface="DM Sans" pitchFamily="34" charset="-122"/>
                <a:cs typeface="DM Sans" pitchFamily="34" charset="-120"/>
              </a:rPr>
              <a:t> in the data.</a:t>
            </a:r>
            <a:endParaRPr lang="en-US" dirty="0">
              <a:latin typeface="PT Serif" panose="020A0603040505020204" pitchFamily="18" charset="0"/>
            </a:endParaRPr>
          </a:p>
        </p:txBody>
      </p:sp>
      <p:sp>
        <p:nvSpPr>
          <p:cNvPr id="18" name="Text 10">
            <a:extLst>
              <a:ext uri="{FF2B5EF4-FFF2-40B4-BE49-F238E27FC236}">
                <a16:creationId xmlns:a16="http://schemas.microsoft.com/office/drawing/2014/main" id="{A28AB057-DF06-4518-36F1-6697D1A50CCF}"/>
              </a:ext>
            </a:extLst>
          </p:cNvPr>
          <p:cNvSpPr/>
          <p:nvPr/>
        </p:nvSpPr>
        <p:spPr>
          <a:xfrm>
            <a:off x="10091671" y="3073532"/>
            <a:ext cx="3818573" cy="952619"/>
          </a:xfrm>
          <a:prstGeom prst="rect">
            <a:avLst/>
          </a:prstGeom>
          <a:noFill/>
          <a:ln/>
        </p:spPr>
        <p:txBody>
          <a:bodyPr wrap="square" lIns="0" tIns="0" rIns="0" bIns="0" rtlCol="0" anchor="t"/>
          <a:lstStyle/>
          <a:p>
            <a:pPr marL="0" indent="0" algn="l">
              <a:lnSpc>
                <a:spcPts val="2500"/>
              </a:lnSpc>
              <a:buNone/>
            </a:pPr>
            <a:endParaRPr lang="en-US" dirty="0">
              <a:latin typeface="PT Serif" panose="020A0603040505020204" pitchFamily="18" charset="0"/>
            </a:endParaRPr>
          </a:p>
        </p:txBody>
      </p:sp>
      <p:sp>
        <p:nvSpPr>
          <p:cNvPr id="21" name="Shape 2">
            <a:extLst>
              <a:ext uri="{FF2B5EF4-FFF2-40B4-BE49-F238E27FC236}">
                <a16:creationId xmlns:a16="http://schemas.microsoft.com/office/drawing/2014/main" id="{5FE26A02-BF48-BE3A-0BC6-D1E3F1CF2B05}"/>
              </a:ext>
            </a:extLst>
          </p:cNvPr>
          <p:cNvSpPr/>
          <p:nvPr/>
        </p:nvSpPr>
        <p:spPr>
          <a:xfrm>
            <a:off x="685800" y="2354375"/>
            <a:ext cx="3976821" cy="3265996"/>
          </a:xfrm>
          <a:prstGeom prst="roundRect">
            <a:avLst>
              <a:gd name="adj" fmla="val 1410"/>
            </a:avLst>
          </a:prstGeom>
          <a:solidFill>
            <a:srgbClr val="F2EEEE"/>
          </a:solidFill>
          <a:ln/>
        </p:spPr>
        <p:txBody>
          <a:bodyPr/>
          <a:lstStyle/>
          <a:p>
            <a:endParaRPr lang="en-IN" dirty="0">
              <a:latin typeface="PT Serif" panose="020A0603040505020204" pitchFamily="18" charset="0"/>
            </a:endParaRPr>
          </a:p>
        </p:txBody>
      </p:sp>
      <p:sp>
        <p:nvSpPr>
          <p:cNvPr id="22" name="Text 3">
            <a:extLst>
              <a:ext uri="{FF2B5EF4-FFF2-40B4-BE49-F238E27FC236}">
                <a16:creationId xmlns:a16="http://schemas.microsoft.com/office/drawing/2014/main" id="{14E2EBE4-A5A4-AC65-201B-5D66F292BE53}"/>
              </a:ext>
            </a:extLst>
          </p:cNvPr>
          <p:cNvSpPr/>
          <p:nvPr/>
        </p:nvSpPr>
        <p:spPr>
          <a:xfrm>
            <a:off x="838201" y="2602320"/>
            <a:ext cx="3626798" cy="2476441"/>
          </a:xfrm>
          <a:prstGeom prst="rect">
            <a:avLst/>
          </a:prstGeom>
          <a:noFill/>
          <a:ln/>
        </p:spPr>
        <p:txBody>
          <a:bodyPr wrap="square" lIns="0" tIns="0" rIns="0" bIns="0" rtlCol="0" anchor="t"/>
          <a:lstStyle/>
          <a:p>
            <a:pPr algn="l">
              <a:lnSpc>
                <a:spcPct val="200000"/>
              </a:lnSpc>
            </a:pPr>
            <a:r>
              <a:rPr lang="en-US" dirty="0">
                <a:solidFill>
                  <a:srgbClr val="383838"/>
                </a:solidFill>
                <a:latin typeface="PT Serif" panose="020A0603040505020204" pitchFamily="18" charset="0"/>
                <a:ea typeface="DM Sans" pitchFamily="34" charset="-122"/>
                <a:cs typeface="DM Sans" pitchFamily="34" charset="-120"/>
              </a:rPr>
              <a:t>1. PCA uses correlation structure of original p variables and derives p linear combinations which are </a:t>
            </a:r>
            <a:r>
              <a:rPr lang="en-US" b="1" dirty="0">
                <a:solidFill>
                  <a:srgbClr val="E04F00"/>
                </a:solidFill>
                <a:latin typeface="PT Serif" panose="020A0603040505020204" pitchFamily="18" charset="0"/>
                <a:ea typeface="DM Sans" pitchFamily="34" charset="-122"/>
                <a:cs typeface="DM Sans" pitchFamily="34" charset="-120"/>
              </a:rPr>
              <a:t>uncorrelated</a:t>
            </a:r>
            <a:r>
              <a:rPr lang="en-US" dirty="0">
                <a:solidFill>
                  <a:srgbClr val="383838"/>
                </a:solidFill>
                <a:latin typeface="PT Serif" panose="020A0603040505020204" pitchFamily="18" charset="0"/>
                <a:ea typeface="DM Sans" pitchFamily="34" charset="-122"/>
                <a:cs typeface="DM Sans" pitchFamily="34" charset="-120"/>
              </a:rPr>
              <a:t>.</a:t>
            </a:r>
            <a:endParaRPr lang="en-US" dirty="0">
              <a:latin typeface="PT Serif" panose="020A0603040505020204" pitchFamily="18" charset="0"/>
            </a:endParaRPr>
          </a:p>
          <a:p>
            <a:pPr marL="0" indent="0" algn="l">
              <a:lnSpc>
                <a:spcPct val="200000"/>
              </a:lnSpc>
              <a:buNone/>
            </a:pPr>
            <a:endParaRPr lang="en-US" dirty="0">
              <a:latin typeface="PT Serif" panose="020A0603040505020204" pitchFamily="18" charset="0"/>
            </a:endParaRPr>
          </a:p>
        </p:txBody>
      </p:sp>
    </p:spTree>
    <p:extLst>
      <p:ext uri="{BB962C8B-B14F-4D97-AF65-F5344CB8AC3E}">
        <p14:creationId xmlns:p14="http://schemas.microsoft.com/office/powerpoint/2010/main" val="13172137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A900BC-8DD2-3217-0BBF-ADA14E5504D4}"/>
              </a:ext>
            </a:extLst>
          </p:cNvPr>
          <p:cNvSpPr>
            <a:spLocks noGrp="1"/>
          </p:cNvSpPr>
          <p:nvPr>
            <p:ph type="title"/>
          </p:nvPr>
        </p:nvSpPr>
        <p:spPr>
          <a:xfrm>
            <a:off x="1219200" y="524549"/>
            <a:ext cx="13656055" cy="553998"/>
          </a:xfrm>
        </p:spPr>
        <p:txBody>
          <a:bodyPr/>
          <a:lstStyle/>
          <a:p>
            <a:r>
              <a:rPr lang="en-US" sz="3600" dirty="0"/>
              <a:t>PCA-General Concept</a:t>
            </a:r>
            <a:endParaRPr lang="en-IN" sz="3600" dirty="0"/>
          </a:p>
        </p:txBody>
      </p:sp>
      <p:sp>
        <p:nvSpPr>
          <p:cNvPr id="4" name="TextBox 3">
            <a:extLst>
              <a:ext uri="{FF2B5EF4-FFF2-40B4-BE49-F238E27FC236}">
                <a16:creationId xmlns:a16="http://schemas.microsoft.com/office/drawing/2014/main" id="{44AC7CD4-7060-39F3-BEA0-D27818FA4DCE}"/>
              </a:ext>
            </a:extLst>
          </p:cNvPr>
          <p:cNvSpPr txBox="1"/>
          <p:nvPr/>
        </p:nvSpPr>
        <p:spPr>
          <a:xfrm>
            <a:off x="2232391" y="1390229"/>
            <a:ext cx="10165618" cy="879280"/>
          </a:xfrm>
          <a:prstGeom prst="rect">
            <a:avLst/>
          </a:prstGeom>
          <a:noFill/>
        </p:spPr>
        <p:txBody>
          <a:bodyPr wrap="square">
            <a:spAutoFit/>
          </a:bodyPr>
          <a:lstStyle/>
          <a:p>
            <a:pPr algn="ctr">
              <a:lnSpc>
                <a:spcPct val="150000"/>
              </a:lnSpc>
              <a:buClr>
                <a:srgbClr val="000000"/>
              </a:buClr>
              <a:buSzPts val="1200"/>
            </a:pPr>
            <a:r>
              <a:rPr lang="en-US" dirty="0">
                <a:solidFill>
                  <a:schemeClr val="tx1"/>
                </a:solidFill>
                <a:latin typeface="PT Serif" panose="020A0603040505020204" pitchFamily="18" charset="0"/>
                <a:ea typeface="Open Sans Light"/>
                <a:cs typeface="Open Sans Light"/>
                <a:sym typeface="Open Sans Light"/>
              </a:rPr>
              <a:t>Consider 2 variables A &amp; B (Assume that A &amp; B are features of an object)</a:t>
            </a:r>
            <a:endParaRPr lang="en-US" dirty="0">
              <a:solidFill>
                <a:schemeClr val="tx1"/>
              </a:solidFill>
              <a:latin typeface="PT Serif" panose="020A0603040505020204" pitchFamily="18" charset="0"/>
              <a:ea typeface="Arial"/>
              <a:cs typeface="Arial"/>
              <a:sym typeface="Arial"/>
            </a:endParaRPr>
          </a:p>
          <a:p>
            <a:pPr algn="ctr">
              <a:lnSpc>
                <a:spcPct val="150000"/>
              </a:lnSpc>
              <a:buClr>
                <a:srgbClr val="000000"/>
              </a:buClr>
              <a:buSzPts val="1200"/>
            </a:pPr>
            <a:r>
              <a:rPr lang="en-US" b="1" dirty="0">
                <a:solidFill>
                  <a:schemeClr val="tx1"/>
                </a:solidFill>
                <a:latin typeface="PT Serif" panose="020A0603040505020204" pitchFamily="18" charset="0"/>
                <a:ea typeface="Open Sans Light"/>
                <a:cs typeface="Open Sans Light"/>
                <a:sym typeface="Open Sans Light"/>
              </a:rPr>
              <a:t>A &amp; B have approximately same variance and are highly correlated</a:t>
            </a:r>
            <a:endParaRPr lang="en-US" dirty="0">
              <a:solidFill>
                <a:schemeClr val="tx1"/>
              </a:solidFill>
              <a:latin typeface="PT Serif" panose="020A0603040505020204" pitchFamily="18" charset="0"/>
              <a:ea typeface="Arial"/>
              <a:cs typeface="Arial"/>
              <a:sym typeface="Arial"/>
            </a:endParaRPr>
          </a:p>
        </p:txBody>
      </p:sp>
      <p:sp>
        <p:nvSpPr>
          <p:cNvPr id="6" name="TextBox 5">
            <a:extLst>
              <a:ext uri="{FF2B5EF4-FFF2-40B4-BE49-F238E27FC236}">
                <a16:creationId xmlns:a16="http://schemas.microsoft.com/office/drawing/2014/main" id="{0FECFDAD-6E49-7607-07A4-ED5BD9FC28E3}"/>
              </a:ext>
            </a:extLst>
          </p:cNvPr>
          <p:cNvSpPr txBox="1"/>
          <p:nvPr/>
        </p:nvSpPr>
        <p:spPr>
          <a:xfrm>
            <a:off x="7309338" y="2749758"/>
            <a:ext cx="5873262" cy="3787768"/>
          </a:xfrm>
          <a:prstGeom prst="rect">
            <a:avLst/>
          </a:prstGeom>
          <a:noFill/>
        </p:spPr>
        <p:txBody>
          <a:bodyPr wrap="square">
            <a:spAutoFit/>
          </a:bodyPr>
          <a:lstStyle/>
          <a:p>
            <a:pPr marL="345440" indent="-345440">
              <a:lnSpc>
                <a:spcPct val="150000"/>
              </a:lnSpc>
              <a:buClr>
                <a:srgbClr val="807E84"/>
              </a:buClr>
              <a:buSzPts val="1200"/>
              <a:buFont typeface="Arial"/>
              <a:buChar char="•"/>
            </a:pPr>
            <a:r>
              <a:rPr lang="en-US" dirty="0">
                <a:solidFill>
                  <a:schemeClr val="tx1"/>
                </a:solidFill>
                <a:latin typeface="PT Serif" panose="020A0603040505020204" pitchFamily="18" charset="0"/>
                <a:ea typeface="Open Sans Light"/>
                <a:cs typeface="Open Sans Light"/>
                <a:sym typeface="Open Sans Light"/>
              </a:rPr>
              <a:t>Now suppose we pass a vector through the scatter points such that it is a good linear fit to the data points. This could be considered a new feature of the object which is a linear combination of A &amp; B.</a:t>
            </a:r>
            <a:endParaRPr lang="en-US" dirty="0">
              <a:solidFill>
                <a:schemeClr val="tx1"/>
              </a:solidFill>
              <a:latin typeface="PT Serif" panose="020A0603040505020204" pitchFamily="18" charset="0"/>
              <a:ea typeface="Arial"/>
              <a:cs typeface="Arial"/>
              <a:sym typeface="Arial"/>
            </a:endParaRPr>
          </a:p>
          <a:p>
            <a:pPr marL="345440" indent="-223520">
              <a:lnSpc>
                <a:spcPct val="150000"/>
              </a:lnSpc>
              <a:buClr>
                <a:schemeClr val="dk1"/>
              </a:buClr>
              <a:buSzPts val="1200"/>
            </a:pPr>
            <a:endParaRPr lang="en-US" dirty="0">
              <a:solidFill>
                <a:schemeClr val="tx1"/>
              </a:solidFill>
              <a:latin typeface="PT Serif" panose="020A0603040505020204" pitchFamily="18" charset="0"/>
              <a:ea typeface="Open Sans Light"/>
              <a:cs typeface="Open Sans Light"/>
              <a:sym typeface="Open Sans Light"/>
            </a:endParaRPr>
          </a:p>
          <a:p>
            <a:pPr marL="345440" indent="-345440">
              <a:lnSpc>
                <a:spcPct val="150000"/>
              </a:lnSpc>
              <a:buClr>
                <a:srgbClr val="807E84"/>
              </a:buClr>
              <a:buSzPts val="1200"/>
              <a:buFont typeface="Arial"/>
              <a:buChar char="•"/>
            </a:pPr>
            <a:r>
              <a:rPr lang="en-US" dirty="0">
                <a:solidFill>
                  <a:schemeClr val="tx1"/>
                </a:solidFill>
                <a:latin typeface="PT Serif" panose="020A0603040505020204" pitchFamily="18" charset="0"/>
                <a:ea typeface="Open Sans Light"/>
                <a:cs typeface="Open Sans Light"/>
                <a:sym typeface="Open Sans Light"/>
              </a:rPr>
              <a:t>We then plot a second line which is perpendicular to the vector, such that both lines pass through the centroid of the data. This becomes our second linear combination.</a:t>
            </a:r>
            <a:endParaRPr lang="en-US" dirty="0">
              <a:solidFill>
                <a:schemeClr val="tx1"/>
              </a:solidFill>
              <a:latin typeface="PT Serif" panose="020A0603040505020204" pitchFamily="18" charset="0"/>
              <a:ea typeface="Arial"/>
              <a:cs typeface="Arial"/>
              <a:sym typeface="Arial"/>
            </a:endParaRPr>
          </a:p>
        </p:txBody>
      </p:sp>
      <p:grpSp>
        <p:nvGrpSpPr>
          <p:cNvPr id="12" name="Google Shape;1186;p117">
            <a:extLst>
              <a:ext uri="{FF2B5EF4-FFF2-40B4-BE49-F238E27FC236}">
                <a16:creationId xmlns:a16="http://schemas.microsoft.com/office/drawing/2014/main" id="{6CA9B7B3-3167-4906-9559-D53DF021B567}"/>
              </a:ext>
            </a:extLst>
          </p:cNvPr>
          <p:cNvGrpSpPr/>
          <p:nvPr/>
        </p:nvGrpSpPr>
        <p:grpSpPr>
          <a:xfrm>
            <a:off x="2331721" y="2560320"/>
            <a:ext cx="4079077" cy="4521066"/>
            <a:chOff x="563170" y="2328446"/>
            <a:chExt cx="3399230" cy="3767554"/>
          </a:xfrm>
        </p:grpSpPr>
        <p:pic>
          <p:nvPicPr>
            <p:cNvPr id="13" name="Google Shape;1187;p117">
              <a:extLst>
                <a:ext uri="{FF2B5EF4-FFF2-40B4-BE49-F238E27FC236}">
                  <a16:creationId xmlns:a16="http://schemas.microsoft.com/office/drawing/2014/main" id="{EE68FC98-AB03-0A82-D91C-5592DF4B64F1}"/>
                </a:ext>
              </a:extLst>
            </p:cNvPr>
            <p:cNvPicPr preferRelativeResize="0"/>
            <p:nvPr/>
          </p:nvPicPr>
          <p:blipFill rotWithShape="1">
            <a:blip r:embed="rId2">
              <a:alphaModFix/>
            </a:blip>
            <a:srcRect/>
            <a:stretch/>
          </p:blipFill>
          <p:spPr>
            <a:xfrm>
              <a:off x="563170" y="2509514"/>
              <a:ext cx="3399230" cy="3586486"/>
            </a:xfrm>
            <a:prstGeom prst="rect">
              <a:avLst/>
            </a:prstGeom>
            <a:noFill/>
            <a:ln>
              <a:noFill/>
            </a:ln>
          </p:spPr>
        </p:pic>
        <p:sp>
          <p:nvSpPr>
            <p:cNvPr id="14" name="Google Shape;1188;p117">
              <a:extLst>
                <a:ext uri="{FF2B5EF4-FFF2-40B4-BE49-F238E27FC236}">
                  <a16:creationId xmlns:a16="http://schemas.microsoft.com/office/drawing/2014/main" id="{5AD70E8D-2807-0D0E-FEF2-C4D58BF8974C}"/>
                </a:ext>
              </a:extLst>
            </p:cNvPr>
            <p:cNvSpPr/>
            <p:nvPr/>
          </p:nvSpPr>
          <p:spPr>
            <a:xfrm>
              <a:off x="1843042" y="2328446"/>
              <a:ext cx="835485" cy="338554"/>
            </a:xfrm>
            <a:prstGeom prst="rect">
              <a:avLst/>
            </a:prstGeom>
            <a:noFill/>
            <a:ln>
              <a:noFill/>
            </a:ln>
          </p:spPr>
          <p:txBody>
            <a:bodyPr spcFirstLastPara="1" wrap="square" lIns="109720" tIns="54840" rIns="109720" bIns="54840" anchor="ctr" anchorCtr="0">
              <a:noAutofit/>
            </a:bodyPr>
            <a:lstStyle/>
            <a:p>
              <a:pPr algn="ctr">
                <a:buClr>
                  <a:srgbClr val="000000"/>
                </a:buClr>
                <a:buSzPts val="1200"/>
              </a:pPr>
              <a:r>
                <a:rPr lang="en-US" sz="1920" b="1">
                  <a:solidFill>
                    <a:schemeClr val="dk1"/>
                  </a:solidFill>
                  <a:latin typeface="PT Serif" panose="020A0603040505020204" pitchFamily="18" charset="0"/>
                  <a:ea typeface="Open Sans Light"/>
                  <a:cs typeface="Open Sans Light"/>
                  <a:sym typeface="Open Sans Light"/>
                </a:rPr>
                <a:t>Fig. 01</a:t>
              </a:r>
              <a:endParaRPr sz="1760">
                <a:solidFill>
                  <a:srgbClr val="000000"/>
                </a:solidFill>
                <a:latin typeface="PT Serif" panose="020A0603040505020204" pitchFamily="18" charset="0"/>
                <a:ea typeface="Arial"/>
                <a:cs typeface="Arial"/>
                <a:sym typeface="Arial"/>
              </a:endParaRPr>
            </a:p>
          </p:txBody>
        </p:sp>
      </p:grpSp>
      <p:cxnSp>
        <p:nvCxnSpPr>
          <p:cNvPr id="16" name="Google Shape;1190;p117">
            <a:extLst>
              <a:ext uri="{FF2B5EF4-FFF2-40B4-BE49-F238E27FC236}">
                <a16:creationId xmlns:a16="http://schemas.microsoft.com/office/drawing/2014/main" id="{589E2954-3A86-E181-C1F1-2791D30059B8}"/>
              </a:ext>
            </a:extLst>
          </p:cNvPr>
          <p:cNvCxnSpPr/>
          <p:nvPr/>
        </p:nvCxnSpPr>
        <p:spPr>
          <a:xfrm rot="10800000" flipH="1">
            <a:off x="3470440" y="3886320"/>
            <a:ext cx="2371680" cy="1874400"/>
          </a:xfrm>
          <a:prstGeom prst="straightConnector1">
            <a:avLst/>
          </a:prstGeom>
          <a:noFill/>
          <a:ln w="25400" cap="flat" cmpd="sng">
            <a:solidFill>
              <a:srgbClr val="FF0000"/>
            </a:solidFill>
            <a:prstDash val="solid"/>
            <a:round/>
            <a:headEnd type="none" w="sm" len="sm"/>
            <a:tailEnd type="none" w="sm" len="sm"/>
          </a:ln>
        </p:spPr>
      </p:cxnSp>
      <p:cxnSp>
        <p:nvCxnSpPr>
          <p:cNvPr id="17" name="Google Shape;1191;p117">
            <a:extLst>
              <a:ext uri="{FF2B5EF4-FFF2-40B4-BE49-F238E27FC236}">
                <a16:creationId xmlns:a16="http://schemas.microsoft.com/office/drawing/2014/main" id="{6B946188-AD92-FDCB-3FD7-64950AA60C24}"/>
              </a:ext>
            </a:extLst>
          </p:cNvPr>
          <p:cNvCxnSpPr/>
          <p:nvPr/>
        </p:nvCxnSpPr>
        <p:spPr>
          <a:xfrm rot="10800000">
            <a:off x="3902075" y="3749414"/>
            <a:ext cx="1539360" cy="2007840"/>
          </a:xfrm>
          <a:prstGeom prst="straightConnector1">
            <a:avLst/>
          </a:prstGeom>
          <a:noFill/>
          <a:ln w="25400" cap="flat" cmpd="sng">
            <a:solidFill>
              <a:schemeClr val="accent1"/>
            </a:solidFill>
            <a:prstDash val="solid"/>
            <a:round/>
            <a:headEnd type="none" w="sm" len="sm"/>
            <a:tailEnd type="none" w="sm" len="sm"/>
          </a:ln>
        </p:spPr>
      </p:cxnSp>
      <p:sp>
        <p:nvSpPr>
          <p:cNvPr id="18" name="Google Shape;1192;p117">
            <a:extLst>
              <a:ext uri="{FF2B5EF4-FFF2-40B4-BE49-F238E27FC236}">
                <a16:creationId xmlns:a16="http://schemas.microsoft.com/office/drawing/2014/main" id="{BFCE4C99-A70D-3F07-11AB-910B2599FEA1}"/>
              </a:ext>
            </a:extLst>
          </p:cNvPr>
          <p:cNvSpPr txBox="1"/>
          <p:nvPr/>
        </p:nvSpPr>
        <p:spPr>
          <a:xfrm>
            <a:off x="2788920" y="3047311"/>
            <a:ext cx="1635360" cy="652438"/>
          </a:xfrm>
          <a:prstGeom prst="rect">
            <a:avLst/>
          </a:prstGeom>
          <a:noFill/>
          <a:ln>
            <a:noFill/>
          </a:ln>
        </p:spPr>
        <p:txBody>
          <a:bodyPr spcFirstLastPara="1" wrap="square" lIns="109720" tIns="54840" rIns="109720" bIns="54840" anchor="t" anchorCtr="0">
            <a:spAutoFit/>
          </a:bodyPr>
          <a:lstStyle/>
          <a:p>
            <a:pPr>
              <a:buClr>
                <a:srgbClr val="000000"/>
              </a:buClr>
              <a:buSzPts val="1100"/>
            </a:pPr>
            <a:r>
              <a:rPr lang="en-US" sz="1760" i="1" dirty="0">
                <a:solidFill>
                  <a:schemeClr val="dk1"/>
                </a:solidFill>
                <a:latin typeface="PT Serif" panose="020A0603040505020204" pitchFamily="18" charset="0"/>
                <a:ea typeface="Open Sans Light"/>
                <a:cs typeface="Open Sans Light"/>
                <a:sym typeface="Open Sans Light"/>
              </a:rPr>
              <a:t>2nd Principal </a:t>
            </a:r>
            <a:endParaRPr sz="1760" dirty="0">
              <a:solidFill>
                <a:srgbClr val="000000"/>
              </a:solidFill>
              <a:latin typeface="PT Serif" panose="020A0603040505020204" pitchFamily="18" charset="0"/>
              <a:ea typeface="Arial"/>
              <a:cs typeface="Arial"/>
              <a:sym typeface="Arial"/>
            </a:endParaRPr>
          </a:p>
          <a:p>
            <a:pPr>
              <a:buClr>
                <a:srgbClr val="000000"/>
              </a:buClr>
              <a:buSzPts val="1100"/>
            </a:pPr>
            <a:r>
              <a:rPr lang="en-US" sz="1760" i="1" dirty="0">
                <a:solidFill>
                  <a:schemeClr val="dk1"/>
                </a:solidFill>
                <a:latin typeface="PT Serif" panose="020A0603040505020204" pitchFamily="18" charset="0"/>
                <a:ea typeface="Open Sans Light"/>
                <a:cs typeface="Open Sans Light"/>
                <a:sym typeface="Open Sans Light"/>
              </a:rPr>
              <a:t>Component, </a:t>
            </a:r>
            <a:r>
              <a:rPr lang="en-US" sz="1760" i="1" dirty="0">
                <a:solidFill>
                  <a:schemeClr val="accent2"/>
                </a:solidFill>
                <a:latin typeface="PT Serif" panose="020A0603040505020204" pitchFamily="18" charset="0"/>
                <a:ea typeface="Open Sans Light"/>
                <a:cs typeface="Open Sans Light"/>
                <a:sym typeface="Open Sans Light"/>
              </a:rPr>
              <a:t>y</a:t>
            </a:r>
            <a:r>
              <a:rPr lang="en-US" sz="1760" i="1" baseline="-25000" dirty="0">
                <a:solidFill>
                  <a:schemeClr val="accent2"/>
                </a:solidFill>
                <a:latin typeface="PT Serif" panose="020A0603040505020204" pitchFamily="18" charset="0"/>
                <a:ea typeface="Open Sans Light"/>
                <a:cs typeface="Open Sans Light"/>
                <a:sym typeface="Open Sans Light"/>
              </a:rPr>
              <a:t>2</a:t>
            </a:r>
            <a:endParaRPr sz="1760" baseline="-25000" dirty="0">
              <a:solidFill>
                <a:schemeClr val="accent2"/>
              </a:solidFill>
              <a:latin typeface="PT Serif" panose="020A0603040505020204" pitchFamily="18" charset="0"/>
              <a:ea typeface="Open Sans Light"/>
              <a:cs typeface="Open Sans Light"/>
              <a:sym typeface="Open Sans Light"/>
            </a:endParaRPr>
          </a:p>
        </p:txBody>
      </p:sp>
      <p:sp>
        <p:nvSpPr>
          <p:cNvPr id="19" name="Google Shape;1193;p117">
            <a:extLst>
              <a:ext uri="{FF2B5EF4-FFF2-40B4-BE49-F238E27FC236}">
                <a16:creationId xmlns:a16="http://schemas.microsoft.com/office/drawing/2014/main" id="{1AAA7475-BB66-4801-9F2F-F2FE1C8F142F}"/>
              </a:ext>
            </a:extLst>
          </p:cNvPr>
          <p:cNvSpPr txBox="1"/>
          <p:nvPr/>
        </p:nvSpPr>
        <p:spPr>
          <a:xfrm>
            <a:off x="4702458" y="3212617"/>
            <a:ext cx="1835520" cy="652438"/>
          </a:xfrm>
          <a:prstGeom prst="rect">
            <a:avLst/>
          </a:prstGeom>
          <a:noFill/>
          <a:ln>
            <a:noFill/>
          </a:ln>
        </p:spPr>
        <p:txBody>
          <a:bodyPr spcFirstLastPara="1" wrap="square" lIns="109720" tIns="54840" rIns="109720" bIns="54840" anchor="t" anchorCtr="0">
            <a:spAutoFit/>
          </a:bodyPr>
          <a:lstStyle/>
          <a:p>
            <a:pPr>
              <a:buClr>
                <a:srgbClr val="000000"/>
              </a:buClr>
              <a:buSzPts val="1100"/>
            </a:pPr>
            <a:r>
              <a:rPr lang="en-US" sz="1760" i="1">
                <a:solidFill>
                  <a:schemeClr val="dk1"/>
                </a:solidFill>
                <a:latin typeface="PT Serif" panose="020A0603040505020204" pitchFamily="18" charset="0"/>
                <a:ea typeface="Open Sans Light"/>
                <a:cs typeface="Open Sans Light"/>
                <a:sym typeface="Open Sans Light"/>
              </a:rPr>
              <a:t>1st Principal </a:t>
            </a:r>
            <a:endParaRPr sz="1760">
              <a:solidFill>
                <a:srgbClr val="000000"/>
              </a:solidFill>
              <a:latin typeface="PT Serif" panose="020A0603040505020204" pitchFamily="18" charset="0"/>
              <a:ea typeface="Arial"/>
              <a:cs typeface="Arial"/>
              <a:sym typeface="Arial"/>
            </a:endParaRPr>
          </a:p>
          <a:p>
            <a:pPr>
              <a:buClr>
                <a:srgbClr val="000000"/>
              </a:buClr>
              <a:buSzPts val="1100"/>
            </a:pPr>
            <a:r>
              <a:rPr lang="en-US" sz="1760" i="1">
                <a:solidFill>
                  <a:schemeClr val="dk1"/>
                </a:solidFill>
                <a:latin typeface="PT Serif" panose="020A0603040505020204" pitchFamily="18" charset="0"/>
                <a:ea typeface="Open Sans Light"/>
                <a:cs typeface="Open Sans Light"/>
                <a:sym typeface="Open Sans Light"/>
              </a:rPr>
              <a:t>Component, </a:t>
            </a:r>
            <a:r>
              <a:rPr lang="en-US" sz="1760" i="1">
                <a:solidFill>
                  <a:schemeClr val="accent2"/>
                </a:solidFill>
                <a:latin typeface="PT Serif" panose="020A0603040505020204" pitchFamily="18" charset="0"/>
                <a:ea typeface="Open Sans Light"/>
                <a:cs typeface="Open Sans Light"/>
                <a:sym typeface="Open Sans Light"/>
              </a:rPr>
              <a:t>y</a:t>
            </a:r>
            <a:r>
              <a:rPr lang="en-US" sz="1760" baseline="-25000">
                <a:solidFill>
                  <a:schemeClr val="accent2"/>
                </a:solidFill>
                <a:latin typeface="PT Serif" panose="020A0603040505020204" pitchFamily="18" charset="0"/>
                <a:ea typeface="Open Sans Light"/>
                <a:cs typeface="Open Sans Light"/>
                <a:sym typeface="Open Sans Light"/>
              </a:rPr>
              <a:t>1</a:t>
            </a:r>
            <a:endParaRPr sz="1760" baseline="-25000">
              <a:solidFill>
                <a:schemeClr val="accent2"/>
              </a:solidFill>
              <a:latin typeface="PT Serif" panose="020A0603040505020204" pitchFamily="18" charset="0"/>
              <a:ea typeface="Open Sans Light"/>
              <a:cs typeface="Open Sans Light"/>
              <a:sym typeface="Open Sans Light"/>
            </a:endParaRPr>
          </a:p>
        </p:txBody>
      </p:sp>
    </p:spTree>
    <p:extLst>
      <p:ext uri="{BB962C8B-B14F-4D97-AF65-F5344CB8AC3E}">
        <p14:creationId xmlns:p14="http://schemas.microsoft.com/office/powerpoint/2010/main" val="39210961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A900BC-8DD2-3217-0BBF-ADA14E5504D4}"/>
              </a:ext>
            </a:extLst>
          </p:cNvPr>
          <p:cNvSpPr>
            <a:spLocks noGrp="1"/>
          </p:cNvSpPr>
          <p:nvPr>
            <p:ph type="title"/>
          </p:nvPr>
        </p:nvSpPr>
        <p:spPr>
          <a:xfrm>
            <a:off x="1447800" y="281883"/>
            <a:ext cx="13656055" cy="553998"/>
          </a:xfrm>
        </p:spPr>
        <p:txBody>
          <a:bodyPr/>
          <a:lstStyle/>
          <a:p>
            <a:r>
              <a:rPr lang="en-US" sz="3600" dirty="0"/>
              <a:t>PCA-General Concept</a:t>
            </a:r>
            <a:endParaRPr lang="en-IN" sz="3600" dirty="0"/>
          </a:p>
        </p:txBody>
      </p:sp>
      <p:sp>
        <p:nvSpPr>
          <p:cNvPr id="4" name="TextBox 3">
            <a:extLst>
              <a:ext uri="{FF2B5EF4-FFF2-40B4-BE49-F238E27FC236}">
                <a16:creationId xmlns:a16="http://schemas.microsoft.com/office/drawing/2014/main" id="{44AC7CD4-7060-39F3-BEA0-D27818FA4DCE}"/>
              </a:ext>
            </a:extLst>
          </p:cNvPr>
          <p:cNvSpPr txBox="1"/>
          <p:nvPr/>
        </p:nvSpPr>
        <p:spPr>
          <a:xfrm>
            <a:off x="1447262" y="844116"/>
            <a:ext cx="10165618" cy="7642670"/>
          </a:xfrm>
          <a:prstGeom prst="rect">
            <a:avLst/>
          </a:prstGeom>
          <a:noFill/>
        </p:spPr>
        <p:txBody>
          <a:bodyPr wrap="square">
            <a:spAutoFit/>
          </a:bodyPr>
          <a:lstStyle/>
          <a:p>
            <a:pPr marL="264160" indent="-264160">
              <a:lnSpc>
                <a:spcPct val="150000"/>
              </a:lnSpc>
              <a:spcBef>
                <a:spcPts val="0"/>
              </a:spcBef>
              <a:buSzPts val="1200"/>
              <a:buNone/>
            </a:pPr>
            <a:r>
              <a:rPr lang="en-US" dirty="0">
                <a:solidFill>
                  <a:schemeClr val="tx1"/>
                </a:solidFill>
                <a:latin typeface="PT Serif" panose="020A0603040505020204" pitchFamily="18" charset="0"/>
              </a:rPr>
              <a:t>From p original variables: x</a:t>
            </a:r>
            <a:r>
              <a:rPr lang="en-US" baseline="-25000" dirty="0">
                <a:solidFill>
                  <a:schemeClr val="tx1"/>
                </a:solidFill>
                <a:latin typeface="PT Serif" panose="020A0603040505020204" pitchFamily="18" charset="0"/>
              </a:rPr>
              <a:t>1</a:t>
            </a:r>
            <a:r>
              <a:rPr lang="en-US" dirty="0">
                <a:solidFill>
                  <a:schemeClr val="tx1"/>
                </a:solidFill>
                <a:latin typeface="PT Serif" panose="020A0603040505020204" pitchFamily="18" charset="0"/>
              </a:rPr>
              <a:t>,x</a:t>
            </a:r>
            <a:r>
              <a:rPr lang="en-US" baseline="-25000" dirty="0">
                <a:solidFill>
                  <a:schemeClr val="tx1"/>
                </a:solidFill>
                <a:latin typeface="PT Serif" panose="020A0603040505020204" pitchFamily="18" charset="0"/>
              </a:rPr>
              <a:t>2</a:t>
            </a:r>
            <a:r>
              <a:rPr lang="en-US" dirty="0">
                <a:solidFill>
                  <a:schemeClr val="tx1"/>
                </a:solidFill>
                <a:latin typeface="PT Serif" panose="020A0603040505020204" pitchFamily="18" charset="0"/>
              </a:rPr>
              <a:t>,..., </a:t>
            </a:r>
            <a:r>
              <a:rPr lang="en-US" dirty="0" err="1">
                <a:solidFill>
                  <a:schemeClr val="tx1"/>
                </a:solidFill>
                <a:latin typeface="PT Serif" panose="020A0603040505020204" pitchFamily="18" charset="0"/>
              </a:rPr>
              <a:t>x</a:t>
            </a:r>
            <a:r>
              <a:rPr lang="en-US" baseline="-25000" dirty="0" err="1">
                <a:solidFill>
                  <a:schemeClr val="tx1"/>
                </a:solidFill>
                <a:latin typeface="PT Serif" panose="020A0603040505020204" pitchFamily="18" charset="0"/>
              </a:rPr>
              <a:t>p</a:t>
            </a:r>
            <a:r>
              <a:rPr lang="en-US" baseline="-25000" dirty="0">
                <a:solidFill>
                  <a:schemeClr val="tx1"/>
                </a:solidFill>
                <a:latin typeface="PT Serif" panose="020A0603040505020204" pitchFamily="18" charset="0"/>
              </a:rPr>
              <a:t>, </a:t>
            </a:r>
            <a:r>
              <a:rPr lang="en-US" dirty="0">
                <a:solidFill>
                  <a:schemeClr val="tx1"/>
                </a:solidFill>
                <a:latin typeface="PT Serif" panose="020A0603040505020204" pitchFamily="18" charset="0"/>
              </a:rPr>
              <a:t>derive p new variables  y</a:t>
            </a:r>
            <a:r>
              <a:rPr lang="en-US" baseline="-25000" dirty="0">
                <a:solidFill>
                  <a:schemeClr val="tx1"/>
                </a:solidFill>
                <a:latin typeface="PT Serif" panose="020A0603040505020204" pitchFamily="18" charset="0"/>
              </a:rPr>
              <a:t>1</a:t>
            </a:r>
            <a:r>
              <a:rPr lang="en-US" dirty="0">
                <a:solidFill>
                  <a:schemeClr val="tx1"/>
                </a:solidFill>
                <a:latin typeface="PT Serif" panose="020A0603040505020204" pitchFamily="18" charset="0"/>
              </a:rPr>
              <a:t>,y</a:t>
            </a:r>
            <a:r>
              <a:rPr lang="en-US" baseline="-25000" dirty="0">
                <a:solidFill>
                  <a:schemeClr val="tx1"/>
                </a:solidFill>
                <a:latin typeface="PT Serif" panose="020A0603040505020204" pitchFamily="18" charset="0"/>
              </a:rPr>
              <a:t>2</a:t>
            </a:r>
            <a:r>
              <a:rPr lang="en-US" dirty="0">
                <a:solidFill>
                  <a:schemeClr val="tx1"/>
                </a:solidFill>
                <a:latin typeface="PT Serif" panose="020A0603040505020204" pitchFamily="18" charset="0"/>
              </a:rPr>
              <a:t>,..., </a:t>
            </a:r>
            <a:r>
              <a:rPr lang="en-US" dirty="0" err="1">
                <a:solidFill>
                  <a:schemeClr val="tx1"/>
                </a:solidFill>
                <a:latin typeface="PT Serif" panose="020A0603040505020204" pitchFamily="18" charset="0"/>
              </a:rPr>
              <a:t>y</a:t>
            </a:r>
            <a:r>
              <a:rPr lang="en-US" baseline="-25000" dirty="0" err="1">
                <a:solidFill>
                  <a:schemeClr val="tx1"/>
                </a:solidFill>
                <a:latin typeface="PT Serif" panose="020A0603040505020204" pitchFamily="18" charset="0"/>
              </a:rPr>
              <a:t>p</a:t>
            </a:r>
            <a:r>
              <a:rPr lang="en-US" dirty="0">
                <a:solidFill>
                  <a:schemeClr val="tx1"/>
                </a:solidFill>
                <a:latin typeface="PT Serif" panose="020A0603040505020204" pitchFamily="18" charset="0"/>
              </a:rPr>
              <a:t>	</a:t>
            </a:r>
          </a:p>
          <a:p>
            <a:pPr marL="264160" indent="-264160">
              <a:lnSpc>
                <a:spcPct val="150000"/>
              </a:lnSpc>
              <a:buSzPts val="1200"/>
              <a:buNone/>
            </a:pPr>
            <a:endParaRPr lang="en-US" b="1" dirty="0">
              <a:solidFill>
                <a:schemeClr val="tx1"/>
              </a:solidFill>
              <a:latin typeface="PT Serif" panose="020A0603040505020204" pitchFamily="18" charset="0"/>
            </a:endParaRPr>
          </a:p>
          <a:p>
            <a:pPr marL="264160" indent="-264160">
              <a:lnSpc>
                <a:spcPct val="150000"/>
              </a:lnSpc>
              <a:buSzPts val="1200"/>
              <a:buNone/>
            </a:pPr>
            <a:endParaRPr lang="en-US" b="1" dirty="0">
              <a:solidFill>
                <a:schemeClr val="tx1"/>
              </a:solidFill>
              <a:latin typeface="PT Serif" panose="020A0603040505020204" pitchFamily="18" charset="0"/>
            </a:endParaRPr>
          </a:p>
          <a:p>
            <a:pPr marL="264160" indent="-264160">
              <a:lnSpc>
                <a:spcPct val="150000"/>
              </a:lnSpc>
              <a:buSzPts val="1200"/>
              <a:buNone/>
            </a:pPr>
            <a:endParaRPr lang="en-US" b="1" dirty="0">
              <a:solidFill>
                <a:schemeClr val="tx1"/>
              </a:solidFill>
              <a:latin typeface="PT Serif" panose="020A0603040505020204" pitchFamily="18" charset="0"/>
            </a:endParaRPr>
          </a:p>
          <a:p>
            <a:pPr marL="264160" indent="-264160">
              <a:lnSpc>
                <a:spcPct val="150000"/>
              </a:lnSpc>
              <a:buSzPts val="1200"/>
              <a:buNone/>
            </a:pPr>
            <a:endParaRPr lang="en-US" b="1" dirty="0">
              <a:solidFill>
                <a:schemeClr val="tx1"/>
              </a:solidFill>
              <a:latin typeface="PT Serif" panose="020A0603040505020204" pitchFamily="18" charset="0"/>
            </a:endParaRPr>
          </a:p>
          <a:p>
            <a:pPr marL="264160" indent="-264160">
              <a:lnSpc>
                <a:spcPct val="150000"/>
              </a:lnSpc>
              <a:buSzPts val="1200"/>
              <a:buNone/>
            </a:pPr>
            <a:endParaRPr lang="en-US" b="1" dirty="0">
              <a:solidFill>
                <a:schemeClr val="tx1"/>
              </a:solidFill>
              <a:latin typeface="PT Serif" panose="020A0603040505020204" pitchFamily="18" charset="0"/>
            </a:endParaRPr>
          </a:p>
          <a:p>
            <a:pPr marL="264160" indent="-264160">
              <a:lnSpc>
                <a:spcPct val="150000"/>
              </a:lnSpc>
              <a:buSzPts val="1200"/>
              <a:buNone/>
            </a:pPr>
            <a:endParaRPr lang="en-US" b="1" dirty="0">
              <a:solidFill>
                <a:schemeClr val="tx1"/>
              </a:solidFill>
              <a:latin typeface="PT Serif" panose="020A0603040505020204" pitchFamily="18" charset="0"/>
            </a:endParaRPr>
          </a:p>
          <a:p>
            <a:pPr marL="264160" indent="-264160">
              <a:lnSpc>
                <a:spcPct val="150000"/>
              </a:lnSpc>
              <a:buSzPts val="1200"/>
              <a:buNone/>
            </a:pPr>
            <a:endParaRPr lang="en-US" b="1" dirty="0">
              <a:solidFill>
                <a:schemeClr val="tx1"/>
              </a:solidFill>
              <a:latin typeface="PT Serif" panose="020A0603040505020204" pitchFamily="18" charset="0"/>
            </a:endParaRPr>
          </a:p>
          <a:p>
            <a:pPr marL="264160" indent="-264160">
              <a:lnSpc>
                <a:spcPct val="150000"/>
              </a:lnSpc>
              <a:buSzPts val="1200"/>
              <a:buNone/>
            </a:pPr>
            <a:endParaRPr lang="en-US" b="1" dirty="0">
              <a:solidFill>
                <a:schemeClr val="tx1"/>
              </a:solidFill>
              <a:latin typeface="PT Serif" panose="020A0603040505020204" pitchFamily="18" charset="0"/>
            </a:endParaRPr>
          </a:p>
          <a:p>
            <a:pPr marL="264160" indent="-264160">
              <a:lnSpc>
                <a:spcPct val="150000"/>
              </a:lnSpc>
              <a:buSzPts val="1200"/>
              <a:buNone/>
            </a:pPr>
            <a:endParaRPr lang="en-US" b="1" dirty="0">
              <a:solidFill>
                <a:schemeClr val="tx1"/>
              </a:solidFill>
              <a:latin typeface="PT Serif" panose="020A0603040505020204" pitchFamily="18" charset="0"/>
            </a:endParaRPr>
          </a:p>
          <a:p>
            <a:pPr marL="0" indent="0">
              <a:lnSpc>
                <a:spcPct val="150000"/>
              </a:lnSpc>
              <a:buSzPts val="1200"/>
              <a:buNone/>
            </a:pPr>
            <a:r>
              <a:rPr lang="en-US" b="1" dirty="0">
                <a:solidFill>
                  <a:schemeClr val="tx1"/>
                </a:solidFill>
                <a:latin typeface="PT Serif" panose="020A0603040505020204" pitchFamily="18" charset="0"/>
              </a:rPr>
              <a:t>Although p principal components are derived, data reduction is achieved with first k principal components.</a:t>
            </a:r>
          </a:p>
          <a:p>
            <a:pPr marL="0" indent="0">
              <a:lnSpc>
                <a:spcPct val="150000"/>
              </a:lnSpc>
              <a:buSzPts val="1200"/>
              <a:buNone/>
            </a:pPr>
            <a:endParaRPr lang="en-US" b="1" dirty="0">
              <a:solidFill>
                <a:schemeClr val="tx1"/>
              </a:solidFill>
              <a:latin typeface="PT Serif" panose="020A0603040505020204" pitchFamily="18" charset="0"/>
            </a:endParaRPr>
          </a:p>
          <a:p>
            <a:pPr marL="406400" indent="-406400">
              <a:lnSpc>
                <a:spcPct val="150000"/>
              </a:lnSpc>
              <a:buClr>
                <a:srgbClr val="807E84"/>
              </a:buClr>
              <a:buSzPts val="1200"/>
            </a:pPr>
            <a:r>
              <a:rPr lang="en-US" b="1" dirty="0">
                <a:solidFill>
                  <a:schemeClr val="tx1"/>
                </a:solidFill>
                <a:latin typeface="PT Serif" panose="020A0603040505020204" pitchFamily="18" charset="0"/>
                <a:ea typeface="Open Sans Light"/>
                <a:cs typeface="Open Sans Light"/>
                <a:sym typeface="Open Sans Light"/>
              </a:rPr>
              <a:t>Properties of Principal Components :</a:t>
            </a:r>
            <a:endParaRPr lang="en-US" dirty="0">
              <a:solidFill>
                <a:schemeClr val="tx1"/>
              </a:solidFill>
              <a:latin typeface="PT Serif" panose="020A0603040505020204" pitchFamily="18" charset="0"/>
              <a:ea typeface="Arial"/>
              <a:cs typeface="Arial"/>
              <a:sym typeface="Arial"/>
            </a:endParaRPr>
          </a:p>
          <a:p>
            <a:pPr marL="406400" indent="-406400">
              <a:lnSpc>
                <a:spcPct val="150000"/>
              </a:lnSpc>
              <a:spcBef>
                <a:spcPts val="320"/>
              </a:spcBef>
              <a:buClr>
                <a:srgbClr val="807E84"/>
              </a:buClr>
              <a:buSzPts val="1200"/>
              <a:buFont typeface="Open Sans Light"/>
              <a:buChar char="•"/>
            </a:pPr>
            <a:r>
              <a:rPr lang="en-US" dirty="0">
                <a:solidFill>
                  <a:schemeClr val="tx1"/>
                </a:solidFill>
                <a:latin typeface="PT Serif" panose="020A0603040505020204" pitchFamily="18" charset="0"/>
                <a:ea typeface="Open Sans Light"/>
                <a:cs typeface="Open Sans Light"/>
                <a:sym typeface="Open Sans Light"/>
              </a:rPr>
              <a:t>y</a:t>
            </a:r>
            <a:r>
              <a:rPr lang="en-US" baseline="-25000" dirty="0">
                <a:solidFill>
                  <a:schemeClr val="tx1"/>
                </a:solidFill>
                <a:latin typeface="PT Serif" panose="020A0603040505020204" pitchFamily="18" charset="0"/>
                <a:ea typeface="Open Sans Light"/>
                <a:cs typeface="Open Sans Light"/>
                <a:sym typeface="Open Sans Light"/>
              </a:rPr>
              <a:t>k</a:t>
            </a:r>
            <a:r>
              <a:rPr lang="en-US" dirty="0">
                <a:solidFill>
                  <a:schemeClr val="tx1"/>
                </a:solidFill>
                <a:latin typeface="PT Serif" panose="020A0603040505020204" pitchFamily="18" charset="0"/>
                <a:ea typeface="Open Sans Light"/>
                <a:cs typeface="Open Sans Light"/>
                <a:sym typeface="Open Sans Light"/>
              </a:rPr>
              <a:t>'s are uncorrelated (Orthogonal).</a:t>
            </a:r>
            <a:endParaRPr lang="en-US" dirty="0">
              <a:solidFill>
                <a:schemeClr val="tx1"/>
              </a:solidFill>
              <a:latin typeface="PT Serif" panose="020A0603040505020204" pitchFamily="18" charset="0"/>
              <a:ea typeface="Arial"/>
              <a:cs typeface="Arial"/>
              <a:sym typeface="Arial"/>
            </a:endParaRPr>
          </a:p>
          <a:p>
            <a:pPr marL="406400" indent="-406400">
              <a:lnSpc>
                <a:spcPct val="150000"/>
              </a:lnSpc>
              <a:spcBef>
                <a:spcPts val="320"/>
              </a:spcBef>
              <a:buClr>
                <a:srgbClr val="807E84"/>
              </a:buClr>
              <a:buSzPts val="1200"/>
              <a:buFont typeface="Open Sans Light"/>
              <a:buChar char="•"/>
            </a:pPr>
            <a:r>
              <a:rPr lang="en-US" dirty="0">
                <a:solidFill>
                  <a:schemeClr val="tx1"/>
                </a:solidFill>
                <a:latin typeface="PT Serif" panose="020A0603040505020204" pitchFamily="18" charset="0"/>
                <a:ea typeface="Open Sans Light"/>
                <a:cs typeface="Open Sans Light"/>
                <a:sym typeface="Open Sans Light"/>
              </a:rPr>
              <a:t>y</a:t>
            </a:r>
            <a:r>
              <a:rPr lang="en-US" baseline="-25000" dirty="0">
                <a:solidFill>
                  <a:schemeClr val="tx1"/>
                </a:solidFill>
                <a:latin typeface="PT Serif" panose="020A0603040505020204" pitchFamily="18" charset="0"/>
                <a:ea typeface="Open Sans Light"/>
                <a:cs typeface="Open Sans Light"/>
                <a:sym typeface="Open Sans Light"/>
              </a:rPr>
              <a:t>1</a:t>
            </a:r>
            <a:r>
              <a:rPr lang="en-US" dirty="0">
                <a:solidFill>
                  <a:schemeClr val="tx1"/>
                </a:solidFill>
                <a:latin typeface="PT Serif" panose="020A0603040505020204" pitchFamily="18" charset="0"/>
                <a:ea typeface="Open Sans Light"/>
                <a:cs typeface="Open Sans Light"/>
                <a:sym typeface="Open Sans Light"/>
              </a:rPr>
              <a:t> explains as much as possible of original variance in data set.</a:t>
            </a:r>
            <a:endParaRPr lang="en-US" dirty="0">
              <a:solidFill>
                <a:schemeClr val="tx1"/>
              </a:solidFill>
              <a:latin typeface="PT Serif" panose="020A0603040505020204" pitchFamily="18" charset="0"/>
              <a:ea typeface="Arial"/>
              <a:cs typeface="Arial"/>
              <a:sym typeface="Arial"/>
            </a:endParaRPr>
          </a:p>
          <a:p>
            <a:pPr marL="406400" indent="-406400">
              <a:lnSpc>
                <a:spcPct val="150000"/>
              </a:lnSpc>
              <a:spcBef>
                <a:spcPts val="320"/>
              </a:spcBef>
              <a:buClr>
                <a:srgbClr val="807E84"/>
              </a:buClr>
              <a:buSzPts val="1200"/>
              <a:buFont typeface="Open Sans Light"/>
              <a:buChar char="•"/>
            </a:pPr>
            <a:r>
              <a:rPr lang="en-US" dirty="0">
                <a:solidFill>
                  <a:schemeClr val="tx1"/>
                </a:solidFill>
                <a:latin typeface="PT Serif" panose="020A0603040505020204" pitchFamily="18" charset="0"/>
                <a:ea typeface="Open Sans Light"/>
                <a:cs typeface="Open Sans Light"/>
                <a:sym typeface="Open Sans Light"/>
              </a:rPr>
              <a:t>y</a:t>
            </a:r>
            <a:r>
              <a:rPr lang="en-US" baseline="-25000" dirty="0">
                <a:solidFill>
                  <a:schemeClr val="tx1"/>
                </a:solidFill>
                <a:latin typeface="PT Serif" panose="020A0603040505020204" pitchFamily="18" charset="0"/>
                <a:ea typeface="Open Sans Light"/>
                <a:cs typeface="Open Sans Light"/>
                <a:sym typeface="Open Sans Light"/>
              </a:rPr>
              <a:t>2</a:t>
            </a:r>
            <a:r>
              <a:rPr lang="en-US" dirty="0">
                <a:solidFill>
                  <a:schemeClr val="tx1"/>
                </a:solidFill>
                <a:latin typeface="PT Serif" panose="020A0603040505020204" pitchFamily="18" charset="0"/>
                <a:ea typeface="Open Sans Light"/>
                <a:cs typeface="Open Sans Light"/>
                <a:sym typeface="Open Sans Light"/>
              </a:rPr>
              <a:t> explains as much as possible of remaining variance. And so on.</a:t>
            </a:r>
            <a:endParaRPr lang="en-US" dirty="0">
              <a:solidFill>
                <a:schemeClr val="tx1"/>
              </a:solidFill>
              <a:latin typeface="PT Serif" panose="020A0603040505020204" pitchFamily="18" charset="0"/>
              <a:ea typeface="Arial"/>
              <a:cs typeface="Arial"/>
              <a:sym typeface="Arial"/>
            </a:endParaRPr>
          </a:p>
          <a:p>
            <a:pPr marL="0" indent="0">
              <a:lnSpc>
                <a:spcPct val="150000"/>
              </a:lnSpc>
              <a:buSzPts val="1200"/>
              <a:buNone/>
            </a:pPr>
            <a:endParaRPr lang="en-US" dirty="0">
              <a:solidFill>
                <a:schemeClr val="tx1"/>
              </a:solidFill>
              <a:latin typeface="PT Serif" panose="020A0603040505020204" pitchFamily="18" charset="0"/>
            </a:endParaRPr>
          </a:p>
        </p:txBody>
      </p:sp>
      <p:grpSp>
        <p:nvGrpSpPr>
          <p:cNvPr id="15" name="Google Shape;1201;p118">
            <a:extLst>
              <a:ext uri="{FF2B5EF4-FFF2-40B4-BE49-F238E27FC236}">
                <a16:creationId xmlns:a16="http://schemas.microsoft.com/office/drawing/2014/main" id="{3582D4D9-7869-08D8-5814-AC35AD8CF125}"/>
              </a:ext>
            </a:extLst>
          </p:cNvPr>
          <p:cNvGrpSpPr/>
          <p:nvPr/>
        </p:nvGrpSpPr>
        <p:grpSpPr>
          <a:xfrm>
            <a:off x="3017520" y="1676400"/>
            <a:ext cx="8503920" cy="3064669"/>
            <a:chOff x="990600" y="1111248"/>
            <a:chExt cx="7086600" cy="2553891"/>
          </a:xfrm>
        </p:grpSpPr>
        <p:sp>
          <p:nvSpPr>
            <p:cNvPr id="20" name="Google Shape;1202;p118">
              <a:extLst>
                <a:ext uri="{FF2B5EF4-FFF2-40B4-BE49-F238E27FC236}">
                  <a16:creationId xmlns:a16="http://schemas.microsoft.com/office/drawing/2014/main" id="{DC1501B9-C68D-9F5E-CA7C-FA89518A4589}"/>
                </a:ext>
              </a:extLst>
            </p:cNvPr>
            <p:cNvSpPr/>
            <p:nvPr/>
          </p:nvSpPr>
          <p:spPr>
            <a:xfrm>
              <a:off x="990600" y="1111248"/>
              <a:ext cx="4572000" cy="2553891"/>
            </a:xfrm>
            <a:prstGeom prst="roundRect">
              <a:avLst>
                <a:gd name="adj" fmla="val 16667"/>
              </a:avLst>
            </a:prstGeom>
            <a:solidFill>
              <a:schemeClr val="lt1"/>
            </a:solidFill>
            <a:ln w="9525" cap="flat" cmpd="sng">
              <a:solidFill>
                <a:schemeClr val="accent1"/>
              </a:solidFill>
              <a:prstDash val="solid"/>
              <a:round/>
              <a:headEnd type="none" w="sm" len="sm"/>
              <a:tailEnd type="none" w="sm" len="sm"/>
            </a:ln>
          </p:spPr>
          <p:txBody>
            <a:bodyPr spcFirstLastPara="1" wrap="square" lIns="109720" tIns="54840" rIns="109720" bIns="54840" anchor="ctr" anchorCtr="0">
              <a:noAutofit/>
            </a:bodyPr>
            <a:lstStyle/>
            <a:p>
              <a:pPr algn="ctr">
                <a:buClr>
                  <a:srgbClr val="807E84"/>
                </a:buClr>
                <a:buSzPts val="1800"/>
              </a:pPr>
              <a:r>
                <a:rPr lang="en-US" sz="2880" dirty="0">
                  <a:solidFill>
                    <a:srgbClr val="807E84"/>
                  </a:solidFill>
                  <a:latin typeface="PT Serif" panose="020A0603040505020204" pitchFamily="18" charset="0"/>
                  <a:ea typeface="Open Sans Light"/>
                  <a:cs typeface="Open Sans Light"/>
                  <a:sym typeface="Open Sans Light"/>
                </a:rPr>
                <a:t>y</a:t>
              </a:r>
              <a:r>
                <a:rPr lang="en-US" sz="2880" baseline="-25000" dirty="0">
                  <a:solidFill>
                    <a:srgbClr val="807E84"/>
                  </a:solidFill>
                  <a:latin typeface="PT Serif" panose="020A0603040505020204" pitchFamily="18" charset="0"/>
                  <a:ea typeface="Open Sans Light"/>
                  <a:cs typeface="Open Sans Light"/>
                  <a:sym typeface="Open Sans Light"/>
                </a:rPr>
                <a:t>1</a:t>
              </a:r>
              <a:r>
                <a:rPr lang="en-US" sz="2880" dirty="0">
                  <a:solidFill>
                    <a:srgbClr val="807E84"/>
                  </a:solidFill>
                  <a:latin typeface="PT Serif" panose="020A0603040505020204" pitchFamily="18" charset="0"/>
                  <a:ea typeface="Open Sans Light"/>
                  <a:cs typeface="Open Sans Light"/>
                  <a:sym typeface="Open Sans Light"/>
                </a:rPr>
                <a:t> = a</a:t>
              </a:r>
              <a:r>
                <a:rPr lang="en-US" sz="2880" baseline="-25000" dirty="0">
                  <a:solidFill>
                    <a:srgbClr val="807E84"/>
                  </a:solidFill>
                  <a:latin typeface="PT Serif" panose="020A0603040505020204" pitchFamily="18" charset="0"/>
                  <a:ea typeface="Open Sans Light"/>
                  <a:cs typeface="Open Sans Light"/>
                  <a:sym typeface="Open Sans Light"/>
                </a:rPr>
                <a:t>11</a:t>
              </a:r>
              <a:r>
                <a:rPr lang="en-US" sz="2880" dirty="0">
                  <a:solidFill>
                    <a:srgbClr val="807E84"/>
                  </a:solidFill>
                  <a:latin typeface="PT Serif" panose="020A0603040505020204" pitchFamily="18" charset="0"/>
                  <a:ea typeface="Open Sans Light"/>
                  <a:cs typeface="Open Sans Light"/>
                  <a:sym typeface="Open Sans Light"/>
                </a:rPr>
                <a:t>x</a:t>
              </a:r>
              <a:r>
                <a:rPr lang="en-US" sz="2880" baseline="-25000" dirty="0">
                  <a:solidFill>
                    <a:srgbClr val="807E84"/>
                  </a:solidFill>
                  <a:latin typeface="PT Serif" panose="020A0603040505020204" pitchFamily="18" charset="0"/>
                  <a:ea typeface="Open Sans Light"/>
                  <a:cs typeface="Open Sans Light"/>
                  <a:sym typeface="Open Sans Light"/>
                </a:rPr>
                <a:t>1</a:t>
              </a:r>
              <a:r>
                <a:rPr lang="en-US" sz="2880" dirty="0">
                  <a:solidFill>
                    <a:srgbClr val="807E84"/>
                  </a:solidFill>
                  <a:latin typeface="PT Serif" panose="020A0603040505020204" pitchFamily="18" charset="0"/>
                  <a:ea typeface="Open Sans Light"/>
                  <a:cs typeface="Open Sans Light"/>
                  <a:sym typeface="Open Sans Light"/>
                </a:rPr>
                <a:t> + a</a:t>
              </a:r>
              <a:r>
                <a:rPr lang="en-US" sz="2880" baseline="-25000" dirty="0">
                  <a:solidFill>
                    <a:srgbClr val="807E84"/>
                  </a:solidFill>
                  <a:latin typeface="PT Serif" panose="020A0603040505020204" pitchFamily="18" charset="0"/>
                  <a:ea typeface="Open Sans Light"/>
                  <a:cs typeface="Open Sans Light"/>
                  <a:sym typeface="Open Sans Light"/>
                </a:rPr>
                <a:t>12</a:t>
              </a:r>
              <a:r>
                <a:rPr lang="en-US" sz="2880" dirty="0">
                  <a:solidFill>
                    <a:srgbClr val="807E84"/>
                  </a:solidFill>
                  <a:latin typeface="PT Serif" panose="020A0603040505020204" pitchFamily="18" charset="0"/>
                  <a:ea typeface="Open Sans Light"/>
                  <a:cs typeface="Open Sans Light"/>
                  <a:sym typeface="Open Sans Light"/>
                </a:rPr>
                <a:t>x</a:t>
              </a:r>
              <a:r>
                <a:rPr lang="en-US" sz="2880" baseline="-25000" dirty="0">
                  <a:solidFill>
                    <a:srgbClr val="807E84"/>
                  </a:solidFill>
                  <a:latin typeface="PT Serif" panose="020A0603040505020204" pitchFamily="18" charset="0"/>
                  <a:ea typeface="Open Sans Light"/>
                  <a:cs typeface="Open Sans Light"/>
                  <a:sym typeface="Open Sans Light"/>
                </a:rPr>
                <a:t>2</a:t>
              </a:r>
              <a:r>
                <a:rPr lang="en-US" sz="2880" dirty="0">
                  <a:solidFill>
                    <a:srgbClr val="807E84"/>
                  </a:solidFill>
                  <a:latin typeface="PT Serif" panose="020A0603040505020204" pitchFamily="18" charset="0"/>
                  <a:ea typeface="Open Sans Light"/>
                  <a:cs typeface="Open Sans Light"/>
                  <a:sym typeface="Open Sans Light"/>
                </a:rPr>
                <a:t> + ... + a</a:t>
              </a:r>
              <a:r>
                <a:rPr lang="en-US" sz="2880" baseline="-25000" dirty="0">
                  <a:solidFill>
                    <a:srgbClr val="807E84"/>
                  </a:solidFill>
                  <a:latin typeface="PT Serif" panose="020A0603040505020204" pitchFamily="18" charset="0"/>
                  <a:ea typeface="Open Sans Light"/>
                  <a:cs typeface="Open Sans Light"/>
                  <a:sym typeface="Open Sans Light"/>
                </a:rPr>
                <a:t>1p</a:t>
              </a:r>
              <a:r>
                <a:rPr lang="en-US" sz="2880" dirty="0">
                  <a:solidFill>
                    <a:srgbClr val="807E84"/>
                  </a:solidFill>
                  <a:latin typeface="PT Serif" panose="020A0603040505020204" pitchFamily="18" charset="0"/>
                  <a:ea typeface="Open Sans Light"/>
                  <a:cs typeface="Open Sans Light"/>
                  <a:sym typeface="Open Sans Light"/>
                </a:rPr>
                <a:t>x</a:t>
              </a:r>
              <a:r>
                <a:rPr lang="en-US" sz="2880" baseline="-25000" dirty="0">
                  <a:solidFill>
                    <a:srgbClr val="807E84"/>
                  </a:solidFill>
                  <a:latin typeface="PT Serif" panose="020A0603040505020204" pitchFamily="18" charset="0"/>
                  <a:ea typeface="Open Sans Light"/>
                  <a:cs typeface="Open Sans Light"/>
                  <a:sym typeface="Open Sans Light"/>
                </a:rPr>
                <a:t>p</a:t>
              </a:r>
              <a:endParaRPr sz="2880" dirty="0">
                <a:solidFill>
                  <a:srgbClr val="807E84"/>
                </a:solidFill>
                <a:latin typeface="PT Serif" panose="020A0603040505020204" pitchFamily="18" charset="0"/>
                <a:ea typeface="Open Sans Light"/>
                <a:cs typeface="Open Sans Light"/>
                <a:sym typeface="Open Sans Light"/>
              </a:endParaRPr>
            </a:p>
            <a:p>
              <a:pPr algn="ctr">
                <a:buClr>
                  <a:srgbClr val="807E84"/>
                </a:buClr>
                <a:buSzPts val="1800"/>
              </a:pPr>
              <a:r>
                <a:rPr lang="en-US" sz="2880" dirty="0">
                  <a:solidFill>
                    <a:srgbClr val="807E84"/>
                  </a:solidFill>
                  <a:latin typeface="PT Serif" panose="020A0603040505020204" pitchFamily="18" charset="0"/>
                  <a:ea typeface="Open Sans Light"/>
                  <a:cs typeface="Open Sans Light"/>
                  <a:sym typeface="Open Sans Light"/>
                </a:rPr>
                <a:t>y</a:t>
              </a:r>
              <a:r>
                <a:rPr lang="en-US" sz="2880" baseline="-25000" dirty="0">
                  <a:solidFill>
                    <a:srgbClr val="807E84"/>
                  </a:solidFill>
                  <a:latin typeface="PT Serif" panose="020A0603040505020204" pitchFamily="18" charset="0"/>
                  <a:ea typeface="Open Sans Light"/>
                  <a:cs typeface="Open Sans Light"/>
                  <a:sym typeface="Open Sans Light"/>
                </a:rPr>
                <a:t>2</a:t>
              </a:r>
              <a:r>
                <a:rPr lang="en-US" sz="2880" dirty="0">
                  <a:solidFill>
                    <a:srgbClr val="807E84"/>
                  </a:solidFill>
                  <a:latin typeface="PT Serif" panose="020A0603040505020204" pitchFamily="18" charset="0"/>
                  <a:ea typeface="Open Sans Light"/>
                  <a:cs typeface="Open Sans Light"/>
                  <a:sym typeface="Open Sans Light"/>
                </a:rPr>
                <a:t> = a</a:t>
              </a:r>
              <a:r>
                <a:rPr lang="en-US" sz="2880" baseline="-25000" dirty="0">
                  <a:solidFill>
                    <a:srgbClr val="807E84"/>
                  </a:solidFill>
                  <a:latin typeface="PT Serif" panose="020A0603040505020204" pitchFamily="18" charset="0"/>
                  <a:ea typeface="Open Sans Light"/>
                  <a:cs typeface="Open Sans Light"/>
                  <a:sym typeface="Open Sans Light"/>
                </a:rPr>
                <a:t>21</a:t>
              </a:r>
              <a:r>
                <a:rPr lang="en-US" sz="2880" dirty="0">
                  <a:solidFill>
                    <a:srgbClr val="807E84"/>
                  </a:solidFill>
                  <a:latin typeface="PT Serif" panose="020A0603040505020204" pitchFamily="18" charset="0"/>
                  <a:ea typeface="Open Sans Light"/>
                  <a:cs typeface="Open Sans Light"/>
                  <a:sym typeface="Open Sans Light"/>
                </a:rPr>
                <a:t>x</a:t>
              </a:r>
              <a:r>
                <a:rPr lang="en-US" sz="2880" baseline="-25000" dirty="0">
                  <a:solidFill>
                    <a:srgbClr val="807E84"/>
                  </a:solidFill>
                  <a:latin typeface="PT Serif" panose="020A0603040505020204" pitchFamily="18" charset="0"/>
                  <a:ea typeface="Open Sans Light"/>
                  <a:cs typeface="Open Sans Light"/>
                  <a:sym typeface="Open Sans Light"/>
                </a:rPr>
                <a:t>1</a:t>
              </a:r>
              <a:r>
                <a:rPr lang="en-US" sz="2880" dirty="0">
                  <a:solidFill>
                    <a:srgbClr val="807E84"/>
                  </a:solidFill>
                  <a:latin typeface="PT Serif" panose="020A0603040505020204" pitchFamily="18" charset="0"/>
                  <a:ea typeface="Open Sans Light"/>
                  <a:cs typeface="Open Sans Light"/>
                  <a:sym typeface="Open Sans Light"/>
                </a:rPr>
                <a:t> + a</a:t>
              </a:r>
              <a:r>
                <a:rPr lang="en-US" sz="2880" baseline="-25000" dirty="0">
                  <a:solidFill>
                    <a:srgbClr val="807E84"/>
                  </a:solidFill>
                  <a:latin typeface="PT Serif" panose="020A0603040505020204" pitchFamily="18" charset="0"/>
                  <a:ea typeface="Open Sans Light"/>
                  <a:cs typeface="Open Sans Light"/>
                  <a:sym typeface="Open Sans Light"/>
                </a:rPr>
                <a:t>22</a:t>
              </a:r>
              <a:r>
                <a:rPr lang="en-US" sz="2880" dirty="0">
                  <a:solidFill>
                    <a:srgbClr val="807E84"/>
                  </a:solidFill>
                  <a:latin typeface="PT Serif" panose="020A0603040505020204" pitchFamily="18" charset="0"/>
                  <a:ea typeface="Open Sans Light"/>
                  <a:cs typeface="Open Sans Light"/>
                  <a:sym typeface="Open Sans Light"/>
                </a:rPr>
                <a:t>x</a:t>
              </a:r>
              <a:r>
                <a:rPr lang="en-US" sz="2880" baseline="-25000" dirty="0">
                  <a:solidFill>
                    <a:srgbClr val="807E84"/>
                  </a:solidFill>
                  <a:latin typeface="PT Serif" panose="020A0603040505020204" pitchFamily="18" charset="0"/>
                  <a:ea typeface="Open Sans Light"/>
                  <a:cs typeface="Open Sans Light"/>
                  <a:sym typeface="Open Sans Light"/>
                </a:rPr>
                <a:t>2</a:t>
              </a:r>
              <a:r>
                <a:rPr lang="en-US" sz="2880" dirty="0">
                  <a:solidFill>
                    <a:srgbClr val="807E84"/>
                  </a:solidFill>
                  <a:latin typeface="PT Serif" panose="020A0603040505020204" pitchFamily="18" charset="0"/>
                  <a:ea typeface="Open Sans Light"/>
                  <a:cs typeface="Open Sans Light"/>
                  <a:sym typeface="Open Sans Light"/>
                </a:rPr>
                <a:t> + ... + a</a:t>
              </a:r>
              <a:r>
                <a:rPr lang="en-US" sz="2880" baseline="-25000" dirty="0">
                  <a:solidFill>
                    <a:srgbClr val="807E84"/>
                  </a:solidFill>
                  <a:latin typeface="PT Serif" panose="020A0603040505020204" pitchFamily="18" charset="0"/>
                  <a:ea typeface="Open Sans Light"/>
                  <a:cs typeface="Open Sans Light"/>
                  <a:sym typeface="Open Sans Light"/>
                </a:rPr>
                <a:t>2p</a:t>
              </a:r>
              <a:r>
                <a:rPr lang="en-US" sz="2880" dirty="0">
                  <a:solidFill>
                    <a:srgbClr val="807E84"/>
                  </a:solidFill>
                  <a:latin typeface="PT Serif" panose="020A0603040505020204" pitchFamily="18" charset="0"/>
                  <a:ea typeface="Open Sans Light"/>
                  <a:cs typeface="Open Sans Light"/>
                  <a:sym typeface="Open Sans Light"/>
                </a:rPr>
                <a:t>x</a:t>
              </a:r>
              <a:r>
                <a:rPr lang="en-US" sz="2880" baseline="-25000" dirty="0">
                  <a:solidFill>
                    <a:srgbClr val="807E84"/>
                  </a:solidFill>
                  <a:latin typeface="PT Serif" panose="020A0603040505020204" pitchFamily="18" charset="0"/>
                  <a:ea typeface="Open Sans Light"/>
                  <a:cs typeface="Open Sans Light"/>
                  <a:sym typeface="Open Sans Light"/>
                </a:rPr>
                <a:t>p</a:t>
              </a:r>
              <a:endParaRPr sz="2880" dirty="0">
                <a:solidFill>
                  <a:srgbClr val="807E84"/>
                </a:solidFill>
                <a:latin typeface="PT Serif" panose="020A0603040505020204" pitchFamily="18" charset="0"/>
                <a:ea typeface="Open Sans Light"/>
                <a:cs typeface="Open Sans Light"/>
                <a:sym typeface="Open Sans Light"/>
              </a:endParaRPr>
            </a:p>
            <a:p>
              <a:pPr algn="ctr">
                <a:buClr>
                  <a:srgbClr val="807E84"/>
                </a:buClr>
                <a:buSzPts val="1800"/>
              </a:pPr>
              <a:r>
                <a:rPr lang="en-US" sz="2880" dirty="0">
                  <a:solidFill>
                    <a:srgbClr val="807E84"/>
                  </a:solidFill>
                  <a:latin typeface="PT Serif" panose="020A0603040505020204" pitchFamily="18" charset="0"/>
                  <a:ea typeface="Open Sans Light"/>
                  <a:cs typeface="Open Sans Light"/>
                  <a:sym typeface="Open Sans Light"/>
                </a:rPr>
                <a:t>.</a:t>
              </a:r>
              <a:endParaRPr sz="1760" dirty="0">
                <a:solidFill>
                  <a:srgbClr val="000000"/>
                </a:solidFill>
                <a:latin typeface="PT Serif" panose="020A0603040505020204" pitchFamily="18" charset="0"/>
                <a:ea typeface="Arial"/>
                <a:cs typeface="Arial"/>
                <a:sym typeface="Arial"/>
              </a:endParaRPr>
            </a:p>
            <a:p>
              <a:pPr algn="ctr">
                <a:buClr>
                  <a:srgbClr val="807E84"/>
                </a:buClr>
                <a:buSzPts val="1800"/>
              </a:pPr>
              <a:r>
                <a:rPr lang="en-US" sz="2880" dirty="0">
                  <a:solidFill>
                    <a:srgbClr val="807E84"/>
                  </a:solidFill>
                  <a:latin typeface="PT Serif" panose="020A0603040505020204" pitchFamily="18" charset="0"/>
                  <a:ea typeface="Open Sans Light"/>
                  <a:cs typeface="Open Sans Light"/>
                  <a:sym typeface="Open Sans Light"/>
                </a:rPr>
                <a:t>.</a:t>
              </a:r>
              <a:endParaRPr sz="1760" dirty="0">
                <a:solidFill>
                  <a:srgbClr val="000000"/>
                </a:solidFill>
                <a:latin typeface="PT Serif" panose="020A0603040505020204" pitchFamily="18" charset="0"/>
                <a:ea typeface="Arial"/>
                <a:cs typeface="Arial"/>
                <a:sym typeface="Arial"/>
              </a:endParaRPr>
            </a:p>
            <a:p>
              <a:pPr algn="ctr">
                <a:buClr>
                  <a:srgbClr val="807E84"/>
                </a:buClr>
                <a:buSzPts val="1800"/>
              </a:pPr>
              <a:r>
                <a:rPr lang="en-US" sz="2880" dirty="0">
                  <a:solidFill>
                    <a:srgbClr val="807E84"/>
                  </a:solidFill>
                  <a:latin typeface="PT Serif" panose="020A0603040505020204" pitchFamily="18" charset="0"/>
                  <a:ea typeface="Open Sans Light"/>
                  <a:cs typeface="Open Sans Light"/>
                  <a:sym typeface="Open Sans Light"/>
                </a:rPr>
                <a:t>.</a:t>
              </a:r>
              <a:endParaRPr sz="1760" dirty="0">
                <a:solidFill>
                  <a:srgbClr val="000000"/>
                </a:solidFill>
                <a:latin typeface="PT Serif" panose="020A0603040505020204" pitchFamily="18" charset="0"/>
                <a:ea typeface="Arial"/>
                <a:cs typeface="Arial"/>
                <a:sym typeface="Arial"/>
              </a:endParaRPr>
            </a:p>
            <a:p>
              <a:pPr algn="ctr">
                <a:buClr>
                  <a:srgbClr val="807E84"/>
                </a:buClr>
                <a:buSzPts val="1800"/>
              </a:pPr>
              <a:r>
                <a:rPr lang="en-US" sz="2880" dirty="0" err="1">
                  <a:solidFill>
                    <a:srgbClr val="807E84"/>
                  </a:solidFill>
                  <a:latin typeface="PT Serif" panose="020A0603040505020204" pitchFamily="18" charset="0"/>
                  <a:ea typeface="Open Sans Light"/>
                  <a:cs typeface="Open Sans Light"/>
                  <a:sym typeface="Open Sans Light"/>
                </a:rPr>
                <a:t>y</a:t>
              </a:r>
              <a:r>
                <a:rPr lang="en-US" sz="2880" baseline="-25000" dirty="0" err="1">
                  <a:solidFill>
                    <a:srgbClr val="807E84"/>
                  </a:solidFill>
                  <a:latin typeface="PT Serif" panose="020A0603040505020204" pitchFamily="18" charset="0"/>
                  <a:ea typeface="Open Sans Light"/>
                  <a:cs typeface="Open Sans Light"/>
                  <a:sym typeface="Open Sans Light"/>
                </a:rPr>
                <a:t>p</a:t>
              </a:r>
              <a:r>
                <a:rPr lang="en-US" sz="2880" dirty="0">
                  <a:solidFill>
                    <a:srgbClr val="807E84"/>
                  </a:solidFill>
                  <a:latin typeface="PT Serif" panose="020A0603040505020204" pitchFamily="18" charset="0"/>
                  <a:ea typeface="Open Sans Light"/>
                  <a:cs typeface="Open Sans Light"/>
                  <a:sym typeface="Open Sans Light"/>
                </a:rPr>
                <a:t> = a</a:t>
              </a:r>
              <a:r>
                <a:rPr lang="en-US" sz="2880" baseline="-25000" dirty="0">
                  <a:solidFill>
                    <a:srgbClr val="807E84"/>
                  </a:solidFill>
                  <a:latin typeface="PT Serif" panose="020A0603040505020204" pitchFamily="18" charset="0"/>
                  <a:ea typeface="Open Sans Light"/>
                  <a:cs typeface="Open Sans Light"/>
                  <a:sym typeface="Open Sans Light"/>
                </a:rPr>
                <a:t>p1</a:t>
              </a:r>
              <a:r>
                <a:rPr lang="en-US" sz="2880" dirty="0">
                  <a:solidFill>
                    <a:srgbClr val="807E84"/>
                  </a:solidFill>
                  <a:latin typeface="PT Serif" panose="020A0603040505020204" pitchFamily="18" charset="0"/>
                  <a:ea typeface="Open Sans Light"/>
                  <a:cs typeface="Open Sans Light"/>
                  <a:sym typeface="Open Sans Light"/>
                </a:rPr>
                <a:t>x</a:t>
              </a:r>
              <a:r>
                <a:rPr lang="en-US" sz="2880" baseline="-25000" dirty="0">
                  <a:solidFill>
                    <a:srgbClr val="807E84"/>
                  </a:solidFill>
                  <a:latin typeface="PT Serif" panose="020A0603040505020204" pitchFamily="18" charset="0"/>
                  <a:ea typeface="Open Sans Light"/>
                  <a:cs typeface="Open Sans Light"/>
                  <a:sym typeface="Open Sans Light"/>
                </a:rPr>
                <a:t>1</a:t>
              </a:r>
              <a:r>
                <a:rPr lang="en-US" sz="2880" dirty="0">
                  <a:solidFill>
                    <a:srgbClr val="807E84"/>
                  </a:solidFill>
                  <a:latin typeface="PT Serif" panose="020A0603040505020204" pitchFamily="18" charset="0"/>
                  <a:ea typeface="Open Sans Light"/>
                  <a:cs typeface="Open Sans Light"/>
                  <a:sym typeface="Open Sans Light"/>
                </a:rPr>
                <a:t> + a</a:t>
              </a:r>
              <a:r>
                <a:rPr lang="en-US" sz="2880" baseline="-25000" dirty="0">
                  <a:solidFill>
                    <a:srgbClr val="807E84"/>
                  </a:solidFill>
                  <a:latin typeface="PT Serif" panose="020A0603040505020204" pitchFamily="18" charset="0"/>
                  <a:ea typeface="Open Sans Light"/>
                  <a:cs typeface="Open Sans Light"/>
                  <a:sym typeface="Open Sans Light"/>
                </a:rPr>
                <a:t>p2</a:t>
              </a:r>
              <a:r>
                <a:rPr lang="en-US" sz="2880" dirty="0">
                  <a:solidFill>
                    <a:srgbClr val="807E84"/>
                  </a:solidFill>
                  <a:latin typeface="PT Serif" panose="020A0603040505020204" pitchFamily="18" charset="0"/>
                  <a:ea typeface="Open Sans Light"/>
                  <a:cs typeface="Open Sans Light"/>
                  <a:sym typeface="Open Sans Light"/>
                </a:rPr>
                <a:t>x</a:t>
              </a:r>
              <a:r>
                <a:rPr lang="en-US" sz="2880" baseline="-25000" dirty="0">
                  <a:solidFill>
                    <a:srgbClr val="807E84"/>
                  </a:solidFill>
                  <a:latin typeface="PT Serif" panose="020A0603040505020204" pitchFamily="18" charset="0"/>
                  <a:ea typeface="Open Sans Light"/>
                  <a:cs typeface="Open Sans Light"/>
                  <a:sym typeface="Open Sans Light"/>
                </a:rPr>
                <a:t>2</a:t>
              </a:r>
              <a:r>
                <a:rPr lang="en-US" sz="2880" dirty="0">
                  <a:solidFill>
                    <a:srgbClr val="807E84"/>
                  </a:solidFill>
                  <a:latin typeface="PT Serif" panose="020A0603040505020204" pitchFamily="18" charset="0"/>
                  <a:ea typeface="Open Sans Light"/>
                  <a:cs typeface="Open Sans Light"/>
                  <a:sym typeface="Open Sans Light"/>
                </a:rPr>
                <a:t> + ... + </a:t>
              </a:r>
              <a:r>
                <a:rPr lang="en-US" sz="2880" dirty="0" err="1">
                  <a:solidFill>
                    <a:srgbClr val="807E84"/>
                  </a:solidFill>
                  <a:latin typeface="PT Serif" panose="020A0603040505020204" pitchFamily="18" charset="0"/>
                  <a:ea typeface="Open Sans Light"/>
                  <a:cs typeface="Open Sans Light"/>
                  <a:sym typeface="Open Sans Light"/>
                </a:rPr>
                <a:t>a</a:t>
              </a:r>
              <a:r>
                <a:rPr lang="en-US" sz="2880" baseline="-25000" dirty="0" err="1">
                  <a:solidFill>
                    <a:srgbClr val="807E84"/>
                  </a:solidFill>
                  <a:latin typeface="PT Serif" panose="020A0603040505020204" pitchFamily="18" charset="0"/>
                  <a:ea typeface="Open Sans Light"/>
                  <a:cs typeface="Open Sans Light"/>
                  <a:sym typeface="Open Sans Light"/>
                </a:rPr>
                <a:t>pp</a:t>
              </a:r>
              <a:r>
                <a:rPr lang="en-US" sz="2880" dirty="0" err="1">
                  <a:solidFill>
                    <a:srgbClr val="807E84"/>
                  </a:solidFill>
                  <a:latin typeface="PT Serif" panose="020A0603040505020204" pitchFamily="18" charset="0"/>
                  <a:ea typeface="Open Sans Light"/>
                  <a:cs typeface="Open Sans Light"/>
                  <a:sym typeface="Open Sans Light"/>
                </a:rPr>
                <a:t>x</a:t>
              </a:r>
              <a:r>
                <a:rPr lang="en-US" sz="2880" baseline="-25000" dirty="0" err="1">
                  <a:solidFill>
                    <a:srgbClr val="807E84"/>
                  </a:solidFill>
                  <a:latin typeface="PT Serif" panose="020A0603040505020204" pitchFamily="18" charset="0"/>
                  <a:ea typeface="Open Sans Light"/>
                  <a:cs typeface="Open Sans Light"/>
                  <a:sym typeface="Open Sans Light"/>
                </a:rPr>
                <a:t>p</a:t>
              </a:r>
              <a:endParaRPr sz="2880" dirty="0">
                <a:solidFill>
                  <a:srgbClr val="807E84"/>
                </a:solidFill>
                <a:latin typeface="PT Serif" panose="020A0603040505020204" pitchFamily="18" charset="0"/>
                <a:ea typeface="Open Sans Light"/>
                <a:cs typeface="Open Sans Light"/>
                <a:sym typeface="Open Sans Light"/>
              </a:endParaRPr>
            </a:p>
          </p:txBody>
        </p:sp>
        <p:sp>
          <p:nvSpPr>
            <p:cNvPr id="21" name="Google Shape;1203;p118">
              <a:extLst>
                <a:ext uri="{FF2B5EF4-FFF2-40B4-BE49-F238E27FC236}">
                  <a16:creationId xmlns:a16="http://schemas.microsoft.com/office/drawing/2014/main" id="{0F310BD4-1382-46DA-142A-4BEF4839BE2D}"/>
                </a:ext>
              </a:extLst>
            </p:cNvPr>
            <p:cNvSpPr/>
            <p:nvPr/>
          </p:nvSpPr>
          <p:spPr>
            <a:xfrm>
              <a:off x="6314495" y="2059819"/>
              <a:ext cx="1762705" cy="923330"/>
            </a:xfrm>
            <a:prstGeom prst="rect">
              <a:avLst/>
            </a:prstGeom>
            <a:noFill/>
            <a:ln>
              <a:noFill/>
            </a:ln>
          </p:spPr>
          <p:txBody>
            <a:bodyPr spcFirstLastPara="1" wrap="square" lIns="109720" tIns="54840" rIns="109720" bIns="54840" anchor="t" anchorCtr="0">
              <a:noAutofit/>
            </a:bodyPr>
            <a:lstStyle/>
            <a:p>
              <a:pPr algn="ctr">
                <a:lnSpc>
                  <a:spcPct val="150000"/>
                </a:lnSpc>
                <a:buClr>
                  <a:srgbClr val="000000"/>
                </a:buClr>
                <a:buSzPts val="1400"/>
              </a:pPr>
              <a:r>
                <a:rPr lang="en-US" i="1" dirty="0">
                  <a:solidFill>
                    <a:schemeClr val="tx1"/>
                  </a:solidFill>
                  <a:latin typeface="PT Serif" panose="020A0603040505020204" pitchFamily="18" charset="0"/>
                  <a:ea typeface="Open Sans Light"/>
                  <a:cs typeface="Open Sans Light"/>
                  <a:sym typeface="Open Sans Light"/>
                </a:rPr>
                <a:t>y</a:t>
              </a:r>
              <a:r>
                <a:rPr lang="en-US" baseline="-25000" dirty="0">
                  <a:solidFill>
                    <a:schemeClr val="tx1"/>
                  </a:solidFill>
                  <a:latin typeface="PT Serif" panose="020A0603040505020204" pitchFamily="18" charset="0"/>
                  <a:ea typeface="Open Sans Light"/>
                  <a:cs typeface="Open Sans Light"/>
                  <a:sym typeface="Open Sans Light"/>
                </a:rPr>
                <a:t>k</a:t>
              </a:r>
              <a:r>
                <a:rPr lang="en-US" dirty="0">
                  <a:solidFill>
                    <a:schemeClr val="tx1"/>
                  </a:solidFill>
                  <a:latin typeface="PT Serif" panose="020A0603040505020204" pitchFamily="18" charset="0"/>
                  <a:ea typeface="Open Sans Light"/>
                  <a:cs typeface="Open Sans Light"/>
                  <a:sym typeface="Open Sans Light"/>
                </a:rPr>
                <a:t>'s are</a:t>
              </a:r>
              <a:endParaRPr dirty="0">
                <a:solidFill>
                  <a:schemeClr val="tx1"/>
                </a:solidFill>
                <a:latin typeface="PT Serif" panose="020A0603040505020204" pitchFamily="18" charset="0"/>
                <a:ea typeface="Arial"/>
                <a:cs typeface="Arial"/>
                <a:sym typeface="Arial"/>
              </a:endParaRPr>
            </a:p>
            <a:p>
              <a:pPr algn="ctr">
                <a:lnSpc>
                  <a:spcPct val="150000"/>
                </a:lnSpc>
                <a:buClr>
                  <a:srgbClr val="000000"/>
                </a:buClr>
                <a:buSzPts val="1400"/>
              </a:pPr>
              <a:r>
                <a:rPr lang="en-US" b="1" dirty="0">
                  <a:solidFill>
                    <a:schemeClr val="tx1"/>
                  </a:solidFill>
                  <a:latin typeface="PT Serif" panose="020A0603040505020204" pitchFamily="18" charset="0"/>
                  <a:ea typeface="Open Sans Light"/>
                  <a:cs typeface="Open Sans Light"/>
                  <a:sym typeface="Open Sans Light"/>
                </a:rPr>
                <a:t>Principal Components</a:t>
              </a:r>
              <a:endParaRPr dirty="0">
                <a:solidFill>
                  <a:schemeClr val="tx1"/>
                </a:solidFill>
                <a:latin typeface="PT Serif" panose="020A0603040505020204" pitchFamily="18" charset="0"/>
                <a:ea typeface="Open Sans Light"/>
                <a:cs typeface="Open Sans Light"/>
                <a:sym typeface="Open Sans Light"/>
              </a:endParaRPr>
            </a:p>
          </p:txBody>
        </p:sp>
        <p:sp>
          <p:nvSpPr>
            <p:cNvPr id="22" name="Google Shape;1204;p118">
              <a:extLst>
                <a:ext uri="{FF2B5EF4-FFF2-40B4-BE49-F238E27FC236}">
                  <a16:creationId xmlns:a16="http://schemas.microsoft.com/office/drawing/2014/main" id="{0AB89C48-5A7C-FB82-6F6B-AF9E3CEBE0AB}"/>
                </a:ext>
              </a:extLst>
            </p:cNvPr>
            <p:cNvSpPr/>
            <p:nvPr/>
          </p:nvSpPr>
          <p:spPr>
            <a:xfrm>
              <a:off x="5791200" y="1676400"/>
              <a:ext cx="609600" cy="1752600"/>
            </a:xfrm>
            <a:prstGeom prst="rightBrace">
              <a:avLst>
                <a:gd name="adj1" fmla="val 23958"/>
                <a:gd name="adj2" fmla="val 50000"/>
              </a:avLst>
            </a:prstGeom>
            <a:noFill/>
            <a:ln w="25400" cap="flat" cmpd="sng">
              <a:solidFill>
                <a:schemeClr val="accent1"/>
              </a:solidFill>
              <a:prstDash val="solid"/>
              <a:round/>
              <a:headEnd type="none" w="sm" len="sm"/>
              <a:tailEnd type="none" w="sm" len="sm"/>
            </a:ln>
          </p:spPr>
          <p:txBody>
            <a:bodyPr spcFirstLastPara="1" wrap="square" lIns="109720" tIns="54840" rIns="109720" bIns="54840" anchor="ctr" anchorCtr="0">
              <a:noAutofit/>
            </a:bodyPr>
            <a:lstStyle/>
            <a:p>
              <a:pPr>
                <a:buClr>
                  <a:srgbClr val="000000"/>
                </a:buClr>
                <a:buSzPts val="1800"/>
              </a:pPr>
              <a:endParaRPr sz="2880">
                <a:solidFill>
                  <a:srgbClr val="807E84"/>
                </a:solidFill>
                <a:latin typeface="PT Serif" panose="020A0603040505020204" pitchFamily="18" charset="0"/>
                <a:ea typeface="Open Sans Light"/>
                <a:cs typeface="Open Sans Light"/>
                <a:sym typeface="Open Sans Light"/>
              </a:endParaRPr>
            </a:p>
          </p:txBody>
        </p:sp>
      </p:grpSp>
    </p:spTree>
    <p:extLst>
      <p:ext uri="{BB962C8B-B14F-4D97-AF65-F5344CB8AC3E}">
        <p14:creationId xmlns:p14="http://schemas.microsoft.com/office/powerpoint/2010/main" val="9362696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7554A3-ABCC-4519-2C5F-7304CC008BF9}"/>
              </a:ext>
            </a:extLst>
          </p:cNvPr>
          <p:cNvSpPr>
            <a:spLocks noGrp="1"/>
          </p:cNvSpPr>
          <p:nvPr>
            <p:ph type="title"/>
          </p:nvPr>
        </p:nvSpPr>
        <p:spPr>
          <a:xfrm>
            <a:off x="805513" y="501442"/>
            <a:ext cx="13656055" cy="1107996"/>
          </a:xfrm>
        </p:spPr>
        <p:txBody>
          <a:bodyPr/>
          <a:lstStyle/>
          <a:p>
            <a:r>
              <a:rPr lang="en-US" sz="3600" dirty="0">
                <a:solidFill>
                  <a:srgbClr val="020202"/>
                </a:solidFill>
                <a:ea typeface="PT Serif" pitchFamily="34" charset="-122"/>
                <a:cs typeface="PT Serif" pitchFamily="34" charset="-120"/>
              </a:rPr>
              <a:t>PCA – Choice of Matrix Analysis</a:t>
            </a:r>
            <a:br>
              <a:rPr lang="en-US" sz="3600" dirty="0"/>
            </a:br>
            <a:endParaRPr lang="en-IN" sz="3600" dirty="0"/>
          </a:p>
        </p:txBody>
      </p:sp>
      <p:sp>
        <p:nvSpPr>
          <p:cNvPr id="3" name="Content Placeholder 2">
            <a:extLst>
              <a:ext uri="{FF2B5EF4-FFF2-40B4-BE49-F238E27FC236}">
                <a16:creationId xmlns:a16="http://schemas.microsoft.com/office/drawing/2014/main" id="{443CA6AC-865D-AB58-094F-8DE4D34A3360}"/>
              </a:ext>
            </a:extLst>
          </p:cNvPr>
          <p:cNvSpPr>
            <a:spLocks noGrp="1"/>
          </p:cNvSpPr>
          <p:nvPr>
            <p:ph sz="half" idx="2"/>
          </p:nvPr>
        </p:nvSpPr>
        <p:spPr>
          <a:xfrm>
            <a:off x="731520" y="2401823"/>
            <a:ext cx="6364224" cy="2321982"/>
          </a:xfrm>
        </p:spPr>
        <p:txBody>
          <a:bodyPr/>
          <a:lstStyle/>
          <a:p>
            <a:pPr algn="l">
              <a:lnSpc>
                <a:spcPct val="200000"/>
              </a:lnSpc>
            </a:pPr>
            <a:r>
              <a:rPr lang="en-US" sz="2400" dirty="0">
                <a:solidFill>
                  <a:schemeClr val="tx1"/>
                </a:solidFill>
                <a:ea typeface="PT Serif" pitchFamily="34" charset="-122"/>
                <a:cs typeface="PT Serif" pitchFamily="34" charset="-120"/>
              </a:rPr>
              <a:t>Variance-Covariance Matrix</a:t>
            </a:r>
            <a:endParaRPr lang="en-US" sz="2400" dirty="0">
              <a:solidFill>
                <a:schemeClr val="tx1"/>
              </a:solidFill>
            </a:endParaRPr>
          </a:p>
          <a:p>
            <a:pPr algn="l">
              <a:lnSpc>
                <a:spcPct val="200000"/>
              </a:lnSpc>
            </a:pPr>
            <a:r>
              <a:rPr lang="en-US" sz="1800" dirty="0">
                <a:solidFill>
                  <a:schemeClr val="tx1"/>
                </a:solidFill>
                <a:ea typeface="DM Sans" pitchFamily="34" charset="-122"/>
                <a:cs typeface="DM Sans" pitchFamily="34" charset="-120"/>
              </a:rPr>
              <a:t>If variables are measured on same units. Even then variables with high variances will dominate principal components.</a:t>
            </a:r>
            <a:endParaRPr lang="en-US" sz="1800" dirty="0">
              <a:solidFill>
                <a:schemeClr val="tx1"/>
              </a:solidFill>
            </a:endParaRPr>
          </a:p>
          <a:p>
            <a:pPr>
              <a:lnSpc>
                <a:spcPct val="200000"/>
              </a:lnSpc>
            </a:pPr>
            <a:endParaRPr lang="en-IN" sz="1800" dirty="0">
              <a:solidFill>
                <a:schemeClr val="tx1"/>
              </a:solidFill>
            </a:endParaRPr>
          </a:p>
        </p:txBody>
      </p:sp>
      <p:sp>
        <p:nvSpPr>
          <p:cNvPr id="4" name="Content Placeholder 3">
            <a:extLst>
              <a:ext uri="{FF2B5EF4-FFF2-40B4-BE49-F238E27FC236}">
                <a16:creationId xmlns:a16="http://schemas.microsoft.com/office/drawing/2014/main" id="{5312A494-4006-3418-E71E-2215C396D6DD}"/>
              </a:ext>
            </a:extLst>
          </p:cNvPr>
          <p:cNvSpPr>
            <a:spLocks noGrp="1"/>
          </p:cNvSpPr>
          <p:nvPr>
            <p:ph sz="half" idx="3"/>
          </p:nvPr>
        </p:nvSpPr>
        <p:spPr>
          <a:xfrm>
            <a:off x="7534656" y="2401823"/>
            <a:ext cx="6364224" cy="2321982"/>
          </a:xfrm>
        </p:spPr>
        <p:txBody>
          <a:bodyPr/>
          <a:lstStyle/>
          <a:p>
            <a:pPr algn="l">
              <a:lnSpc>
                <a:spcPct val="200000"/>
              </a:lnSpc>
            </a:pPr>
            <a:r>
              <a:rPr lang="en-US" sz="2400" dirty="0">
                <a:solidFill>
                  <a:schemeClr val="tx1"/>
                </a:solidFill>
                <a:ea typeface="PT Serif" pitchFamily="34" charset="-122"/>
                <a:cs typeface="PT Serif" pitchFamily="34" charset="-120"/>
              </a:rPr>
              <a:t>Correlation Matrix</a:t>
            </a:r>
            <a:endParaRPr lang="en-US" sz="2400" dirty="0">
              <a:solidFill>
                <a:schemeClr val="tx1"/>
              </a:solidFill>
            </a:endParaRPr>
          </a:p>
          <a:p>
            <a:pPr algn="l">
              <a:lnSpc>
                <a:spcPct val="200000"/>
              </a:lnSpc>
            </a:pPr>
            <a:r>
              <a:rPr lang="en-US" sz="1800" dirty="0">
                <a:solidFill>
                  <a:schemeClr val="tx1"/>
                </a:solidFill>
                <a:ea typeface="DM Sans" pitchFamily="34" charset="-122"/>
                <a:cs typeface="DM Sans" pitchFamily="34" charset="-120"/>
              </a:rPr>
              <a:t>It is equivalent to using standardized variables.</a:t>
            </a:r>
            <a:endParaRPr lang="en-US" sz="1800" dirty="0">
              <a:solidFill>
                <a:schemeClr val="tx1"/>
              </a:solidFill>
            </a:endParaRPr>
          </a:p>
          <a:p>
            <a:pPr algn="l">
              <a:lnSpc>
                <a:spcPct val="200000"/>
              </a:lnSpc>
            </a:pPr>
            <a:r>
              <a:rPr lang="en-US" sz="1800" b="1" dirty="0">
                <a:solidFill>
                  <a:schemeClr val="tx1"/>
                </a:solidFill>
                <a:ea typeface="DM Sans" pitchFamily="34" charset="-122"/>
                <a:cs typeface="DM Sans" pitchFamily="34" charset="-120"/>
              </a:rPr>
              <a:t>Better choice for PCA than variance-covariance matrix</a:t>
            </a:r>
            <a:endParaRPr lang="en-US" sz="1800" dirty="0">
              <a:solidFill>
                <a:schemeClr val="tx1"/>
              </a:solidFill>
            </a:endParaRPr>
          </a:p>
          <a:p>
            <a:pPr>
              <a:lnSpc>
                <a:spcPct val="200000"/>
              </a:lnSpc>
            </a:pPr>
            <a:endParaRPr lang="en-IN" sz="1800" dirty="0">
              <a:solidFill>
                <a:schemeClr val="tx1"/>
              </a:solidFill>
            </a:endParaRPr>
          </a:p>
        </p:txBody>
      </p:sp>
      <p:sp>
        <p:nvSpPr>
          <p:cNvPr id="7" name="TextBox 6">
            <a:extLst>
              <a:ext uri="{FF2B5EF4-FFF2-40B4-BE49-F238E27FC236}">
                <a16:creationId xmlns:a16="http://schemas.microsoft.com/office/drawing/2014/main" id="{EAA3A596-4D7C-8389-DBFE-05E32C294CE7}"/>
              </a:ext>
            </a:extLst>
          </p:cNvPr>
          <p:cNvSpPr txBox="1"/>
          <p:nvPr/>
        </p:nvSpPr>
        <p:spPr>
          <a:xfrm>
            <a:off x="719797" y="1210394"/>
            <a:ext cx="7315200" cy="566374"/>
          </a:xfrm>
          <a:prstGeom prst="rect">
            <a:avLst/>
          </a:prstGeom>
          <a:noFill/>
        </p:spPr>
        <p:txBody>
          <a:bodyPr wrap="square">
            <a:spAutoFit/>
          </a:bodyPr>
          <a:lstStyle/>
          <a:p>
            <a:pPr marL="0" indent="0" algn="l">
              <a:lnSpc>
                <a:spcPts val="4100"/>
              </a:lnSpc>
              <a:buNone/>
            </a:pPr>
            <a:r>
              <a:rPr lang="en-US" sz="2400" dirty="0">
                <a:solidFill>
                  <a:srgbClr val="020202"/>
                </a:solidFill>
                <a:latin typeface="PT Serif" panose="020A0603040505020204" pitchFamily="18" charset="0"/>
                <a:ea typeface="PT Serif" pitchFamily="34" charset="-122"/>
                <a:cs typeface="PT Serif" pitchFamily="34" charset="-120"/>
              </a:rPr>
              <a:t>Which Matrix Should be Used?</a:t>
            </a:r>
            <a:endParaRPr lang="en-US" sz="2400" dirty="0">
              <a:latin typeface="PT Serif" panose="020A0603040505020204" pitchFamily="18" charset="0"/>
            </a:endParaRPr>
          </a:p>
        </p:txBody>
      </p:sp>
      <p:sp>
        <p:nvSpPr>
          <p:cNvPr id="8" name="Shape 7">
            <a:extLst>
              <a:ext uri="{FF2B5EF4-FFF2-40B4-BE49-F238E27FC236}">
                <a16:creationId xmlns:a16="http://schemas.microsoft.com/office/drawing/2014/main" id="{88450A6C-06D4-1C7D-E9F2-EAAFC0D9EDAA}"/>
              </a:ext>
            </a:extLst>
          </p:cNvPr>
          <p:cNvSpPr/>
          <p:nvPr/>
        </p:nvSpPr>
        <p:spPr>
          <a:xfrm>
            <a:off x="793790" y="5782985"/>
            <a:ext cx="13042821" cy="922615"/>
          </a:xfrm>
          <a:prstGeom prst="roundRect">
            <a:avLst>
              <a:gd name="adj" fmla="val 3227"/>
            </a:avLst>
          </a:prstGeom>
          <a:solidFill>
            <a:srgbClr val="FFCDB3"/>
          </a:solidFill>
          <a:ln/>
        </p:spPr>
      </p:sp>
      <p:sp>
        <p:nvSpPr>
          <p:cNvPr id="9" name="Text 8">
            <a:extLst>
              <a:ext uri="{FF2B5EF4-FFF2-40B4-BE49-F238E27FC236}">
                <a16:creationId xmlns:a16="http://schemas.microsoft.com/office/drawing/2014/main" id="{FF8E8F89-2E40-322F-B231-7A1B774F44EE}"/>
              </a:ext>
            </a:extLst>
          </p:cNvPr>
          <p:cNvSpPr/>
          <p:nvPr/>
        </p:nvSpPr>
        <p:spPr>
          <a:xfrm>
            <a:off x="1500545" y="6030873"/>
            <a:ext cx="12137708" cy="396954"/>
          </a:xfrm>
          <a:prstGeom prst="rect">
            <a:avLst/>
          </a:prstGeom>
          <a:noFill/>
          <a:ln/>
        </p:spPr>
        <p:txBody>
          <a:bodyPr wrap="none" lIns="0" tIns="0" rIns="0" bIns="0" rtlCol="0" anchor="t"/>
          <a:lstStyle/>
          <a:p>
            <a:pPr marL="0" indent="0" algn="l">
              <a:lnSpc>
                <a:spcPts val="3100"/>
              </a:lnSpc>
              <a:buNone/>
            </a:pPr>
            <a:r>
              <a:rPr lang="en-US" b="1" dirty="0">
                <a:solidFill>
                  <a:srgbClr val="000000"/>
                </a:solidFill>
                <a:latin typeface="PT Serif" panose="020A0603040505020204" pitchFamily="18" charset="0"/>
                <a:ea typeface="DM Sans" pitchFamily="34" charset="-122"/>
                <a:cs typeface="DM Sans" pitchFamily="34" charset="-120"/>
              </a:rPr>
              <a:t>*</a:t>
            </a:r>
            <a:r>
              <a:rPr lang="en-US" dirty="0">
                <a:solidFill>
                  <a:srgbClr val="000000"/>
                </a:solidFill>
                <a:latin typeface="PT Serif" panose="020A0603040505020204" pitchFamily="18" charset="0"/>
                <a:ea typeface="DM Sans" pitchFamily="34" charset="-122"/>
                <a:cs typeface="DM Sans" pitchFamily="34" charset="-120"/>
              </a:rPr>
              <a:t> Correlation matrix of original variables = Variance-covariance matrix of standardized variables.</a:t>
            </a:r>
            <a:endParaRPr lang="en-US" dirty="0">
              <a:latin typeface="PT Serif" panose="020A0603040505020204" pitchFamily="18" charset="0"/>
            </a:endParaRPr>
          </a:p>
        </p:txBody>
      </p:sp>
    </p:spTree>
    <p:extLst>
      <p:ext uri="{BB962C8B-B14F-4D97-AF65-F5344CB8AC3E}">
        <p14:creationId xmlns:p14="http://schemas.microsoft.com/office/powerpoint/2010/main" val="2098475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CFDEED-8F5C-5B30-FA32-BD7D1C9391E5}"/>
              </a:ext>
            </a:extLst>
          </p:cNvPr>
          <p:cNvSpPr>
            <a:spLocks noGrp="1"/>
          </p:cNvSpPr>
          <p:nvPr>
            <p:ph type="title"/>
          </p:nvPr>
        </p:nvSpPr>
        <p:spPr>
          <a:xfrm>
            <a:off x="1371600" y="502292"/>
            <a:ext cx="13656055" cy="1123384"/>
          </a:xfrm>
        </p:spPr>
        <p:txBody>
          <a:bodyPr/>
          <a:lstStyle/>
          <a:p>
            <a:r>
              <a:rPr lang="en-US" sz="3600" dirty="0">
                <a:solidFill>
                  <a:srgbClr val="020202"/>
                </a:solidFill>
                <a:latin typeface="PT Serif" pitchFamily="34" charset="0"/>
                <a:ea typeface="PT Serif" pitchFamily="34" charset="-122"/>
                <a:cs typeface="PT Serif" pitchFamily="34" charset="-120"/>
              </a:rPr>
              <a:t>Principal Components – Definition</a:t>
            </a:r>
            <a:br>
              <a:rPr lang="en-US" sz="3600" dirty="0"/>
            </a:br>
            <a:endParaRPr lang="en-IN" dirty="0"/>
          </a:p>
        </p:txBody>
      </p:sp>
      <p:sp>
        <p:nvSpPr>
          <p:cNvPr id="3" name="Text Placeholder 2">
            <a:extLst>
              <a:ext uri="{FF2B5EF4-FFF2-40B4-BE49-F238E27FC236}">
                <a16:creationId xmlns:a16="http://schemas.microsoft.com/office/drawing/2014/main" id="{F23E7D0B-0F46-C18B-F2E3-A9904E6C3A53}"/>
              </a:ext>
            </a:extLst>
          </p:cNvPr>
          <p:cNvSpPr>
            <a:spLocks noGrp="1"/>
          </p:cNvSpPr>
          <p:nvPr>
            <p:ph type="body" idx="1"/>
          </p:nvPr>
        </p:nvSpPr>
        <p:spPr>
          <a:xfrm>
            <a:off x="1371600" y="1625676"/>
            <a:ext cx="12192000" cy="6187656"/>
          </a:xfrm>
        </p:spPr>
        <p:txBody>
          <a:bodyPr/>
          <a:lstStyle/>
          <a:p>
            <a:pPr algn="l">
              <a:lnSpc>
                <a:spcPct val="150000"/>
              </a:lnSpc>
            </a:pPr>
            <a:r>
              <a:rPr lang="en-US" sz="2400" dirty="0">
                <a:solidFill>
                  <a:schemeClr val="tx1"/>
                </a:solidFill>
                <a:ea typeface="PT Serif" pitchFamily="34" charset="-122"/>
                <a:cs typeface="PT Serif" pitchFamily="34" charset="-120"/>
              </a:rPr>
              <a:t>First Component</a:t>
            </a:r>
            <a:endParaRPr lang="en-US" sz="2400" dirty="0">
              <a:solidFill>
                <a:schemeClr val="tx1"/>
              </a:solidFill>
            </a:endParaRPr>
          </a:p>
          <a:p>
            <a:pPr algn="l">
              <a:lnSpc>
                <a:spcPct val="150000"/>
              </a:lnSpc>
            </a:pPr>
            <a:r>
              <a:rPr lang="en-US" sz="1800" dirty="0">
                <a:solidFill>
                  <a:schemeClr val="tx1"/>
                </a:solidFill>
                <a:ea typeface="DM Sans" pitchFamily="34" charset="-122"/>
                <a:cs typeface="DM Sans" pitchFamily="34" charset="-120"/>
              </a:rPr>
              <a:t>A linear combination a₁₁x₁ + a₁₂x₂ + ... + a₁ₚxₚ which has maximum variance among all possible linear combinations, subject to a₁₁² + a₁₂² + ... + a₁ₚ² = 1. ( </a:t>
            </a:r>
            <a:r>
              <a:rPr lang="en-US" sz="1800" b="1" dirty="0">
                <a:solidFill>
                  <a:schemeClr val="tx1"/>
                </a:solidFill>
                <a:ea typeface="DM Sans" pitchFamily="34" charset="-122"/>
                <a:cs typeface="DM Sans" pitchFamily="34" charset="-120"/>
              </a:rPr>
              <a:t>First Principal Component is the eigen vector corresponding to the largest eigen value of the correlation matrix</a:t>
            </a:r>
            <a:r>
              <a:rPr lang="en-US" sz="1800" dirty="0">
                <a:solidFill>
                  <a:schemeClr val="tx1"/>
                </a:solidFill>
                <a:ea typeface="DM Sans" pitchFamily="34" charset="-122"/>
                <a:cs typeface="DM Sans" pitchFamily="34" charset="-120"/>
              </a:rPr>
              <a:t>)</a:t>
            </a:r>
          </a:p>
          <a:p>
            <a:pPr algn="l">
              <a:lnSpc>
                <a:spcPct val="150000"/>
              </a:lnSpc>
            </a:pPr>
            <a:endParaRPr lang="en-US" sz="1800" dirty="0">
              <a:solidFill>
                <a:schemeClr val="tx1"/>
              </a:solidFill>
            </a:endParaRPr>
          </a:p>
          <a:p>
            <a:pPr algn="l">
              <a:lnSpc>
                <a:spcPct val="150000"/>
              </a:lnSpc>
            </a:pPr>
            <a:r>
              <a:rPr lang="en-US" sz="2400" dirty="0">
                <a:solidFill>
                  <a:schemeClr val="tx1"/>
                </a:solidFill>
                <a:ea typeface="PT Serif" pitchFamily="34" charset="-122"/>
                <a:cs typeface="PT Serif" pitchFamily="34" charset="-120"/>
              </a:rPr>
              <a:t>Second Component</a:t>
            </a:r>
            <a:endParaRPr lang="en-US" sz="2400" dirty="0">
              <a:solidFill>
                <a:schemeClr val="tx1"/>
              </a:solidFill>
            </a:endParaRPr>
          </a:p>
          <a:p>
            <a:pPr algn="l">
              <a:lnSpc>
                <a:spcPct val="150000"/>
              </a:lnSpc>
            </a:pPr>
            <a:r>
              <a:rPr lang="en-US" sz="1800" dirty="0">
                <a:solidFill>
                  <a:schemeClr val="tx1"/>
                </a:solidFill>
                <a:ea typeface="DM Sans" pitchFamily="34" charset="-122"/>
                <a:cs typeface="DM Sans" pitchFamily="34" charset="-120"/>
              </a:rPr>
              <a:t>A linear combination a₂₁x₁ + a₂₂x₂ + ... + a₂ₚxₚ which has maximum variance among all remaining linear combinations, subject to a₂₁² + a₂₂² + ... + a₂ₚ² = 1 and zero correlation with first principal component.</a:t>
            </a:r>
            <a:r>
              <a:rPr lang="en-US" sz="1800" b="1" dirty="0">
                <a:solidFill>
                  <a:schemeClr val="tx1"/>
                </a:solidFill>
                <a:ea typeface="DM Sans" pitchFamily="34" charset="-122"/>
                <a:cs typeface="DM Sans" pitchFamily="34" charset="-120"/>
              </a:rPr>
              <a:t> (Second Principal Component is the eigen vector corresponding to the second largest eigen value of the correlation matrix)</a:t>
            </a:r>
            <a:endParaRPr lang="en-US" sz="1800" dirty="0">
              <a:solidFill>
                <a:schemeClr val="tx1"/>
              </a:solidFill>
              <a:ea typeface="DM Sans" pitchFamily="34" charset="-122"/>
              <a:cs typeface="DM Sans" pitchFamily="34" charset="-120"/>
            </a:endParaRPr>
          </a:p>
          <a:p>
            <a:pPr algn="l">
              <a:lnSpc>
                <a:spcPct val="150000"/>
              </a:lnSpc>
            </a:pPr>
            <a:endParaRPr lang="en-US" sz="1800" dirty="0">
              <a:solidFill>
                <a:schemeClr val="tx1"/>
              </a:solidFill>
            </a:endParaRPr>
          </a:p>
          <a:p>
            <a:pPr algn="l">
              <a:lnSpc>
                <a:spcPct val="150000"/>
              </a:lnSpc>
            </a:pPr>
            <a:r>
              <a:rPr lang="en-US" sz="2400" dirty="0">
                <a:solidFill>
                  <a:schemeClr val="tx1"/>
                </a:solidFill>
                <a:ea typeface="PT Serif" pitchFamily="34" charset="-122"/>
                <a:cs typeface="PT Serif" pitchFamily="34" charset="-120"/>
              </a:rPr>
              <a:t>Third Component</a:t>
            </a:r>
            <a:endParaRPr lang="en-US" sz="2400" dirty="0">
              <a:solidFill>
                <a:schemeClr val="tx1"/>
              </a:solidFill>
            </a:endParaRPr>
          </a:p>
          <a:p>
            <a:pPr algn="l">
              <a:lnSpc>
                <a:spcPct val="150000"/>
              </a:lnSpc>
            </a:pPr>
            <a:r>
              <a:rPr lang="en-US" sz="1800" dirty="0">
                <a:solidFill>
                  <a:schemeClr val="tx1"/>
                </a:solidFill>
                <a:ea typeface="DM Sans" pitchFamily="34" charset="-122"/>
                <a:cs typeface="DM Sans" pitchFamily="34" charset="-120"/>
              </a:rPr>
              <a:t>Similarly third Principal Component is obtained which will be uncorrelated with first and second principal components.</a:t>
            </a:r>
            <a:endParaRPr lang="en-US" sz="1800" dirty="0">
              <a:solidFill>
                <a:schemeClr val="tx1"/>
              </a:solidFill>
            </a:endParaRPr>
          </a:p>
          <a:p>
            <a:pPr algn="l">
              <a:lnSpc>
                <a:spcPct val="150000"/>
              </a:lnSpc>
            </a:pPr>
            <a:r>
              <a:rPr lang="en-US" sz="1800" dirty="0">
                <a:solidFill>
                  <a:schemeClr val="tx1"/>
                </a:solidFill>
                <a:ea typeface="DM Sans" pitchFamily="34" charset="-122"/>
                <a:cs typeface="DM Sans" pitchFamily="34" charset="-120"/>
              </a:rPr>
              <a:t>And so on..</a:t>
            </a:r>
            <a:endParaRPr lang="en-US" sz="1800" dirty="0">
              <a:solidFill>
                <a:schemeClr val="tx1"/>
              </a:solidFill>
            </a:endParaRPr>
          </a:p>
          <a:p>
            <a:pPr>
              <a:lnSpc>
                <a:spcPct val="150000"/>
              </a:lnSpc>
            </a:pPr>
            <a:endParaRPr lang="en-IN" sz="1800" dirty="0">
              <a:solidFill>
                <a:schemeClr val="tx1"/>
              </a:solidFill>
            </a:endParaRPr>
          </a:p>
        </p:txBody>
      </p:sp>
    </p:spTree>
    <p:extLst>
      <p:ext uri="{BB962C8B-B14F-4D97-AF65-F5344CB8AC3E}">
        <p14:creationId xmlns:p14="http://schemas.microsoft.com/office/powerpoint/2010/main" val="41093110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CFDEED-8F5C-5B30-FA32-BD7D1C9391E5}"/>
              </a:ext>
            </a:extLst>
          </p:cNvPr>
          <p:cNvSpPr>
            <a:spLocks noGrp="1"/>
          </p:cNvSpPr>
          <p:nvPr>
            <p:ph type="title"/>
          </p:nvPr>
        </p:nvSpPr>
        <p:spPr>
          <a:xfrm>
            <a:off x="1371600" y="502292"/>
            <a:ext cx="13656055" cy="553998"/>
          </a:xfrm>
        </p:spPr>
        <p:txBody>
          <a:bodyPr/>
          <a:lstStyle/>
          <a:p>
            <a:r>
              <a:rPr lang="en-US" sz="3600" dirty="0"/>
              <a:t>How Many Principal Components to Retain</a:t>
            </a:r>
            <a:endParaRPr lang="en-IN" dirty="0"/>
          </a:p>
        </p:txBody>
      </p:sp>
      <p:sp>
        <p:nvSpPr>
          <p:cNvPr id="3" name="Text Placeholder 2">
            <a:extLst>
              <a:ext uri="{FF2B5EF4-FFF2-40B4-BE49-F238E27FC236}">
                <a16:creationId xmlns:a16="http://schemas.microsoft.com/office/drawing/2014/main" id="{F23E7D0B-0F46-C18B-F2E3-A9904E6C3A53}"/>
              </a:ext>
            </a:extLst>
          </p:cNvPr>
          <p:cNvSpPr>
            <a:spLocks noGrp="1"/>
          </p:cNvSpPr>
          <p:nvPr>
            <p:ph type="body" idx="1"/>
          </p:nvPr>
        </p:nvSpPr>
        <p:spPr>
          <a:xfrm>
            <a:off x="1356360" y="1219200"/>
            <a:ext cx="12192000" cy="4526432"/>
          </a:xfrm>
        </p:spPr>
        <p:txBody>
          <a:bodyPr/>
          <a:lstStyle/>
          <a:p>
            <a:pPr>
              <a:lnSpc>
                <a:spcPct val="150000"/>
              </a:lnSpc>
              <a:buClr>
                <a:srgbClr val="000000"/>
              </a:buClr>
              <a:buSzPts val="1200"/>
            </a:pPr>
            <a:r>
              <a:rPr lang="en-US" sz="1800" b="1" dirty="0">
                <a:solidFill>
                  <a:schemeClr val="tx1"/>
                </a:solidFill>
                <a:ea typeface="Open Sans Light"/>
                <a:cs typeface="Open Sans Light"/>
                <a:sym typeface="Open Sans Light"/>
              </a:rPr>
              <a:t>P principal components are derived but data reduction is achieved with first k PC’s. </a:t>
            </a:r>
            <a:endParaRPr lang="en-US" sz="1800" dirty="0">
              <a:solidFill>
                <a:schemeClr val="tx1"/>
              </a:solidFill>
              <a:ea typeface="Arial"/>
              <a:cs typeface="Arial"/>
              <a:sym typeface="Arial"/>
            </a:endParaRPr>
          </a:p>
          <a:p>
            <a:pPr>
              <a:lnSpc>
                <a:spcPct val="150000"/>
              </a:lnSpc>
              <a:buClr>
                <a:srgbClr val="000000"/>
              </a:buClr>
              <a:buSzPts val="1200"/>
            </a:pPr>
            <a:endParaRPr lang="en-US" sz="1800" dirty="0">
              <a:solidFill>
                <a:schemeClr val="tx1"/>
              </a:solidFill>
              <a:ea typeface="Open Sans Light"/>
              <a:cs typeface="Open Sans Light"/>
              <a:sym typeface="Open Sans Light"/>
            </a:endParaRPr>
          </a:p>
          <a:p>
            <a:pPr>
              <a:lnSpc>
                <a:spcPct val="150000"/>
              </a:lnSpc>
              <a:buClr>
                <a:srgbClr val="000000"/>
              </a:buClr>
              <a:buSzPts val="1200"/>
            </a:pPr>
            <a:r>
              <a:rPr lang="en-US" sz="1800" b="1" dirty="0">
                <a:solidFill>
                  <a:schemeClr val="tx1"/>
                </a:solidFill>
                <a:ea typeface="Open Sans Light"/>
                <a:cs typeface="Open Sans Light"/>
                <a:sym typeface="Open Sans Light"/>
              </a:rPr>
              <a:t>Retain principal components associated with Eigen Value more than ‘1’.   </a:t>
            </a:r>
            <a:endParaRPr lang="en-US" sz="1800" dirty="0">
              <a:solidFill>
                <a:schemeClr val="tx1"/>
              </a:solidFill>
              <a:ea typeface="Arial"/>
              <a:cs typeface="Arial"/>
              <a:sym typeface="Arial"/>
            </a:endParaRPr>
          </a:p>
          <a:p>
            <a:pPr>
              <a:lnSpc>
                <a:spcPct val="150000"/>
              </a:lnSpc>
              <a:buClr>
                <a:srgbClr val="000000"/>
              </a:buClr>
              <a:buSzPts val="1200"/>
            </a:pPr>
            <a:r>
              <a:rPr lang="en-US" sz="1800" dirty="0">
                <a:solidFill>
                  <a:schemeClr val="tx1"/>
                </a:solidFill>
                <a:ea typeface="Open Sans Light"/>
                <a:cs typeface="Open Sans Light"/>
                <a:sym typeface="Open Sans Light"/>
              </a:rPr>
              <a:t>Variance of PCs is equal to associated Eigen Value. This is known as “</a:t>
            </a:r>
            <a:r>
              <a:rPr lang="en-US" sz="1800" b="1" dirty="0">
                <a:solidFill>
                  <a:schemeClr val="tx1"/>
                </a:solidFill>
                <a:ea typeface="Open Sans Light"/>
                <a:cs typeface="Open Sans Light"/>
                <a:sym typeface="Open Sans Light"/>
              </a:rPr>
              <a:t>Kaiser Criterion</a:t>
            </a:r>
            <a:r>
              <a:rPr lang="en-US" sz="1800" dirty="0">
                <a:solidFill>
                  <a:schemeClr val="tx1"/>
                </a:solidFill>
                <a:ea typeface="Open Sans Light"/>
                <a:cs typeface="Open Sans Light"/>
                <a:sym typeface="Open Sans Light"/>
              </a:rPr>
              <a:t>”.</a:t>
            </a:r>
            <a:endParaRPr lang="en-US" sz="1800" dirty="0">
              <a:solidFill>
                <a:schemeClr val="tx1"/>
              </a:solidFill>
              <a:ea typeface="Arial"/>
              <a:cs typeface="Arial"/>
              <a:sym typeface="Arial"/>
            </a:endParaRPr>
          </a:p>
          <a:p>
            <a:pPr>
              <a:lnSpc>
                <a:spcPct val="150000"/>
              </a:lnSpc>
              <a:buClr>
                <a:srgbClr val="000000"/>
              </a:buClr>
              <a:buSzPts val="1200"/>
            </a:pPr>
            <a:r>
              <a:rPr lang="en-US" sz="1800" dirty="0">
                <a:solidFill>
                  <a:schemeClr val="tx1"/>
                </a:solidFill>
                <a:ea typeface="Open Sans Light"/>
                <a:cs typeface="Open Sans Light"/>
                <a:sym typeface="Open Sans Light"/>
              </a:rPr>
              <a:t>     </a:t>
            </a:r>
            <a:endParaRPr lang="en-US" sz="1800" dirty="0">
              <a:solidFill>
                <a:schemeClr val="tx1"/>
              </a:solidFill>
              <a:ea typeface="Arial"/>
              <a:cs typeface="Arial"/>
              <a:sym typeface="Arial"/>
            </a:endParaRPr>
          </a:p>
          <a:p>
            <a:pPr>
              <a:lnSpc>
                <a:spcPct val="150000"/>
              </a:lnSpc>
              <a:buClr>
                <a:srgbClr val="000000"/>
              </a:buClr>
              <a:buSzPts val="1200"/>
            </a:pPr>
            <a:r>
              <a:rPr lang="en-US" sz="1800" dirty="0">
                <a:solidFill>
                  <a:schemeClr val="tx1"/>
                </a:solidFill>
                <a:ea typeface="Open Sans Light"/>
                <a:cs typeface="Open Sans Light"/>
                <a:sym typeface="Open Sans Light"/>
              </a:rPr>
              <a:t>Look at a </a:t>
            </a:r>
            <a:r>
              <a:rPr lang="en-US" sz="1800" b="1" dirty="0">
                <a:solidFill>
                  <a:schemeClr val="tx1"/>
                </a:solidFill>
                <a:ea typeface="Open Sans Light"/>
                <a:cs typeface="Open Sans Light"/>
                <a:sym typeface="Open Sans Light"/>
              </a:rPr>
              <a:t>Scree plot </a:t>
            </a:r>
            <a:r>
              <a:rPr lang="en-US" sz="1800" dirty="0">
                <a:solidFill>
                  <a:schemeClr val="tx1"/>
                </a:solidFill>
                <a:ea typeface="Open Sans Light"/>
                <a:cs typeface="Open Sans Light"/>
                <a:sym typeface="Open Sans Light"/>
              </a:rPr>
              <a:t>and check for “</a:t>
            </a:r>
            <a:r>
              <a:rPr lang="en-US" sz="1800" b="1" dirty="0">
                <a:solidFill>
                  <a:schemeClr val="tx1"/>
                </a:solidFill>
                <a:ea typeface="Open Sans Light"/>
                <a:cs typeface="Open Sans Light"/>
                <a:sym typeface="Open Sans Light"/>
              </a:rPr>
              <a:t>Elbow</a:t>
            </a:r>
            <a:r>
              <a:rPr lang="en-US" sz="1800" dirty="0">
                <a:solidFill>
                  <a:schemeClr val="tx1"/>
                </a:solidFill>
                <a:ea typeface="Open Sans Light"/>
                <a:cs typeface="Open Sans Light"/>
                <a:sym typeface="Open Sans Light"/>
              </a:rPr>
              <a:t>" to determine the correct number of PCs to use.</a:t>
            </a:r>
            <a:endParaRPr lang="en-US" sz="1800" dirty="0">
              <a:solidFill>
                <a:schemeClr val="tx1"/>
              </a:solidFill>
              <a:ea typeface="Arial"/>
              <a:cs typeface="Arial"/>
              <a:sym typeface="Arial"/>
            </a:endParaRPr>
          </a:p>
          <a:p>
            <a:pPr>
              <a:lnSpc>
                <a:spcPct val="150000"/>
              </a:lnSpc>
              <a:buClr>
                <a:srgbClr val="000000"/>
              </a:buClr>
              <a:buSzPts val="1200"/>
            </a:pPr>
            <a:r>
              <a:rPr lang="en-US" sz="1800" dirty="0">
                <a:solidFill>
                  <a:schemeClr val="tx1"/>
                </a:solidFill>
                <a:ea typeface="Open Sans Light"/>
                <a:cs typeface="Open Sans Light"/>
                <a:sym typeface="Open Sans Light"/>
              </a:rPr>
              <a:t>A scree plot shows how much variation each PC captures from the data. The y axis is eigenvalues, which essentially stand for the variation. </a:t>
            </a:r>
            <a:endParaRPr lang="en-US" sz="1800" dirty="0">
              <a:solidFill>
                <a:schemeClr val="tx1"/>
              </a:solidFill>
              <a:ea typeface="Arial"/>
              <a:cs typeface="Arial"/>
              <a:sym typeface="Arial"/>
            </a:endParaRPr>
          </a:p>
          <a:p>
            <a:pPr>
              <a:lnSpc>
                <a:spcPct val="150000"/>
              </a:lnSpc>
              <a:buClr>
                <a:srgbClr val="000000"/>
              </a:buClr>
              <a:buSzPts val="1200"/>
            </a:pPr>
            <a:r>
              <a:rPr lang="en-US" sz="1800" dirty="0">
                <a:solidFill>
                  <a:schemeClr val="tx1"/>
                </a:solidFill>
                <a:ea typeface="Open Sans Light"/>
                <a:cs typeface="Open Sans Light"/>
                <a:sym typeface="Open Sans Light"/>
              </a:rPr>
              <a:t>Example of </a:t>
            </a:r>
            <a:r>
              <a:rPr lang="en-US" sz="1800" b="1" dirty="0">
                <a:solidFill>
                  <a:schemeClr val="tx1"/>
                </a:solidFill>
                <a:ea typeface="Open Sans Light"/>
                <a:cs typeface="Open Sans Light"/>
                <a:sym typeface="Open Sans Light"/>
              </a:rPr>
              <a:t>Scree Plot </a:t>
            </a:r>
            <a:r>
              <a:rPr lang="en-US" sz="1800" dirty="0">
                <a:solidFill>
                  <a:schemeClr val="tx1"/>
                </a:solidFill>
                <a:ea typeface="Open Sans Light"/>
                <a:cs typeface="Open Sans Light"/>
                <a:sym typeface="Open Sans Light"/>
              </a:rPr>
              <a:t>below shows that, </a:t>
            </a:r>
            <a:r>
              <a:rPr lang="en-US" sz="1800" b="1" dirty="0">
                <a:solidFill>
                  <a:schemeClr val="tx1"/>
                </a:solidFill>
                <a:ea typeface="Open Sans Light"/>
                <a:cs typeface="Open Sans Light"/>
                <a:sym typeface="Open Sans Light"/>
              </a:rPr>
              <a:t>first principal component </a:t>
            </a:r>
            <a:r>
              <a:rPr lang="en-US" sz="1800" dirty="0">
                <a:solidFill>
                  <a:schemeClr val="tx1"/>
                </a:solidFill>
                <a:ea typeface="Open Sans Light"/>
                <a:cs typeface="Open Sans Light"/>
                <a:sym typeface="Open Sans Light"/>
              </a:rPr>
              <a:t>is </a:t>
            </a:r>
            <a:r>
              <a:rPr lang="en-US" sz="1800" b="1" dirty="0">
                <a:solidFill>
                  <a:schemeClr val="tx1"/>
                </a:solidFill>
                <a:ea typeface="Open Sans Light"/>
                <a:cs typeface="Open Sans Light"/>
                <a:sym typeface="Open Sans Light"/>
              </a:rPr>
              <a:t>sufficient </a:t>
            </a:r>
            <a:r>
              <a:rPr lang="en-US" sz="1800" dirty="0">
                <a:solidFill>
                  <a:schemeClr val="tx1"/>
                </a:solidFill>
                <a:ea typeface="Open Sans Light"/>
                <a:cs typeface="Open Sans Light"/>
                <a:sym typeface="Open Sans Light"/>
              </a:rPr>
              <a:t>to explain variation in the data.</a:t>
            </a:r>
            <a:endParaRPr lang="en-US" sz="1800" dirty="0">
              <a:solidFill>
                <a:schemeClr val="tx1"/>
              </a:solidFill>
              <a:ea typeface="Arial"/>
              <a:cs typeface="Arial"/>
              <a:sym typeface="Arial"/>
            </a:endParaRPr>
          </a:p>
          <a:p>
            <a:pPr>
              <a:lnSpc>
                <a:spcPct val="150000"/>
              </a:lnSpc>
              <a:buClr>
                <a:srgbClr val="000000"/>
              </a:buClr>
              <a:buSzPts val="1200"/>
            </a:pPr>
            <a:endParaRPr lang="en-US" sz="1800" dirty="0">
              <a:solidFill>
                <a:schemeClr val="tx1"/>
              </a:solidFill>
              <a:ea typeface="Open Sans Light"/>
              <a:cs typeface="Open Sans Light"/>
              <a:sym typeface="Open Sans Light"/>
            </a:endParaRPr>
          </a:p>
          <a:p>
            <a:pPr marL="345440" indent="-223520">
              <a:lnSpc>
                <a:spcPct val="150000"/>
              </a:lnSpc>
              <a:buClr>
                <a:schemeClr val="dk1"/>
              </a:buClr>
              <a:buSzPts val="1200"/>
            </a:pPr>
            <a:endParaRPr lang="en-US" sz="1800" dirty="0">
              <a:solidFill>
                <a:schemeClr val="tx1"/>
              </a:solidFill>
              <a:ea typeface="Open Sans Light"/>
              <a:cs typeface="Open Sans Light"/>
              <a:sym typeface="Open Sans Light"/>
            </a:endParaRPr>
          </a:p>
        </p:txBody>
      </p:sp>
      <p:pic>
        <p:nvPicPr>
          <p:cNvPr id="4" name="Google Shape;1244;p121">
            <a:extLst>
              <a:ext uri="{FF2B5EF4-FFF2-40B4-BE49-F238E27FC236}">
                <a16:creationId xmlns:a16="http://schemas.microsoft.com/office/drawing/2014/main" id="{FEC43806-9220-3A6E-7AC7-BC8B54D3A733}"/>
              </a:ext>
            </a:extLst>
          </p:cNvPr>
          <p:cNvPicPr preferRelativeResize="0"/>
          <p:nvPr/>
        </p:nvPicPr>
        <p:blipFill rotWithShape="1">
          <a:blip r:embed="rId2">
            <a:alphaModFix/>
            <a:extLst>
              <a:ext uri="{BEBA8EAE-BF5A-486C-A8C5-ECC9F3942E4B}">
                <a14:imgProps xmlns:a14="http://schemas.microsoft.com/office/drawing/2010/main">
                  <a14:imgLayer r:embed="rId3">
                    <a14:imgEffect>
                      <a14:sharpenSoften amount="50000"/>
                    </a14:imgEffect>
                  </a14:imgLayer>
                </a14:imgProps>
              </a:ext>
            </a:extLst>
          </a:blip>
          <a:srcRect/>
          <a:stretch/>
        </p:blipFill>
        <p:spPr>
          <a:xfrm>
            <a:off x="3658057" y="5029200"/>
            <a:ext cx="7314286" cy="2926080"/>
          </a:xfrm>
          <a:prstGeom prst="rect">
            <a:avLst/>
          </a:prstGeom>
          <a:noFill/>
          <a:ln w="12700" cap="flat" cmpd="sng">
            <a:solidFill>
              <a:schemeClr val="accent1"/>
            </a:solidFill>
            <a:prstDash val="solid"/>
            <a:round/>
            <a:headEnd type="none" w="sm" len="sm"/>
            <a:tailEnd type="none" w="sm" len="sm"/>
          </a:ln>
        </p:spPr>
      </p:pic>
    </p:spTree>
    <p:extLst>
      <p:ext uri="{BB962C8B-B14F-4D97-AF65-F5344CB8AC3E}">
        <p14:creationId xmlns:p14="http://schemas.microsoft.com/office/powerpoint/2010/main" val="15043361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CFDEED-8F5C-5B30-FA32-BD7D1C9391E5}"/>
              </a:ext>
            </a:extLst>
          </p:cNvPr>
          <p:cNvSpPr>
            <a:spLocks noGrp="1"/>
          </p:cNvSpPr>
          <p:nvPr>
            <p:ph type="title"/>
          </p:nvPr>
        </p:nvSpPr>
        <p:spPr>
          <a:xfrm>
            <a:off x="1219200" y="604469"/>
            <a:ext cx="13656055" cy="610103"/>
          </a:xfrm>
        </p:spPr>
        <p:txBody>
          <a:bodyPr/>
          <a:lstStyle/>
          <a:p>
            <a:pPr marL="0" indent="0" algn="l">
              <a:lnSpc>
                <a:spcPts val="5100"/>
              </a:lnSpc>
              <a:buNone/>
            </a:pPr>
            <a:r>
              <a:rPr lang="en-US" sz="3600" dirty="0">
                <a:solidFill>
                  <a:srgbClr val="020202"/>
                </a:solidFill>
                <a:latin typeface="PT Serif" pitchFamily="34" charset="0"/>
                <a:ea typeface="PT Serif" pitchFamily="34" charset="-122"/>
                <a:cs typeface="PT Serif" pitchFamily="34" charset="-120"/>
              </a:rPr>
              <a:t>Case Study – Athletics Records</a:t>
            </a:r>
            <a:endParaRPr lang="en-US" sz="3600" dirty="0"/>
          </a:p>
        </p:txBody>
      </p:sp>
      <p:sp>
        <p:nvSpPr>
          <p:cNvPr id="3" name="Text Placeholder 2">
            <a:extLst>
              <a:ext uri="{FF2B5EF4-FFF2-40B4-BE49-F238E27FC236}">
                <a16:creationId xmlns:a16="http://schemas.microsoft.com/office/drawing/2014/main" id="{F23E7D0B-0F46-C18B-F2E3-A9904E6C3A53}"/>
              </a:ext>
            </a:extLst>
          </p:cNvPr>
          <p:cNvSpPr>
            <a:spLocks noGrp="1"/>
          </p:cNvSpPr>
          <p:nvPr>
            <p:ph type="body" idx="1"/>
          </p:nvPr>
        </p:nvSpPr>
        <p:spPr>
          <a:xfrm>
            <a:off x="1219200" y="1828800"/>
            <a:ext cx="12725400" cy="5712013"/>
          </a:xfrm>
        </p:spPr>
        <p:txBody>
          <a:bodyPr/>
          <a:lstStyle/>
          <a:p>
            <a:pPr marL="0" indent="0" algn="l">
              <a:lnSpc>
                <a:spcPts val="4100"/>
              </a:lnSpc>
              <a:buNone/>
            </a:pPr>
            <a:r>
              <a:rPr lang="en-US" sz="2400" dirty="0">
                <a:solidFill>
                  <a:schemeClr val="tx1"/>
                </a:solidFill>
                <a:ea typeface="PT Serif" pitchFamily="34" charset="-122"/>
                <a:cs typeface="PT Serif" pitchFamily="34" charset="-120"/>
              </a:rPr>
              <a:t>Background</a:t>
            </a:r>
          </a:p>
          <a:p>
            <a:pPr algn="l">
              <a:lnSpc>
                <a:spcPts val="4100"/>
              </a:lnSpc>
            </a:pPr>
            <a:r>
              <a:rPr lang="en-US" sz="1800" dirty="0">
                <a:solidFill>
                  <a:schemeClr val="tx1"/>
                </a:solidFill>
                <a:ea typeface="DM Sans" pitchFamily="34" charset="-122"/>
                <a:cs typeface="DM Sans" pitchFamily="34" charset="-120"/>
              </a:rPr>
              <a:t>Data on national athletics records for various countries is available.</a:t>
            </a:r>
          </a:p>
          <a:p>
            <a:pPr algn="l">
              <a:lnSpc>
                <a:spcPts val="4100"/>
              </a:lnSpc>
            </a:pPr>
            <a:endParaRPr lang="en-US" sz="1800" dirty="0">
              <a:solidFill>
                <a:schemeClr val="tx1"/>
              </a:solidFill>
            </a:endParaRPr>
          </a:p>
          <a:p>
            <a:pPr algn="l">
              <a:lnSpc>
                <a:spcPts val="4100"/>
              </a:lnSpc>
            </a:pPr>
            <a:r>
              <a:rPr lang="en-US" sz="2400" dirty="0">
                <a:solidFill>
                  <a:schemeClr val="tx1"/>
                </a:solidFill>
                <a:ea typeface="PT Serif" pitchFamily="34" charset="-122"/>
                <a:cs typeface="PT Serif" pitchFamily="34" charset="-120"/>
              </a:rPr>
              <a:t>Objective</a:t>
            </a:r>
            <a:endParaRPr lang="en-US" sz="2400" dirty="0">
              <a:solidFill>
                <a:schemeClr val="tx1"/>
              </a:solidFill>
            </a:endParaRPr>
          </a:p>
          <a:p>
            <a:pPr algn="l">
              <a:lnSpc>
                <a:spcPts val="4100"/>
              </a:lnSpc>
            </a:pPr>
            <a:r>
              <a:rPr lang="en-US" sz="1800" dirty="0">
                <a:solidFill>
                  <a:schemeClr val="tx1"/>
                </a:solidFill>
                <a:ea typeface="DM Sans" pitchFamily="34" charset="-122"/>
                <a:cs typeface="DM Sans" pitchFamily="34" charset="-120"/>
              </a:rPr>
              <a:t>To achieve data reduction and obtain score for each country which can be used to rank countries based on athletics records.</a:t>
            </a:r>
          </a:p>
          <a:p>
            <a:pPr algn="l">
              <a:lnSpc>
                <a:spcPts val="4100"/>
              </a:lnSpc>
            </a:pPr>
            <a:endParaRPr lang="en-US" sz="1800" dirty="0">
              <a:solidFill>
                <a:schemeClr val="tx1"/>
              </a:solidFill>
            </a:endParaRPr>
          </a:p>
          <a:p>
            <a:pPr algn="l">
              <a:lnSpc>
                <a:spcPts val="4100"/>
              </a:lnSpc>
            </a:pPr>
            <a:r>
              <a:rPr lang="en-US" sz="2400" dirty="0">
                <a:solidFill>
                  <a:schemeClr val="tx1"/>
                </a:solidFill>
                <a:ea typeface="PT Serif" pitchFamily="34" charset="-122"/>
                <a:cs typeface="PT Serif" pitchFamily="34" charset="-120"/>
              </a:rPr>
              <a:t>Available Information</a:t>
            </a:r>
            <a:endParaRPr lang="en-US" sz="2400" dirty="0">
              <a:solidFill>
                <a:schemeClr val="tx1"/>
              </a:solidFill>
            </a:endParaRPr>
          </a:p>
          <a:p>
            <a:pPr algn="l">
              <a:lnSpc>
                <a:spcPts val="4100"/>
              </a:lnSpc>
            </a:pPr>
            <a:r>
              <a:rPr lang="en-US" sz="1800" dirty="0">
                <a:solidFill>
                  <a:schemeClr val="tx1"/>
                </a:solidFill>
                <a:ea typeface="DM Sans" pitchFamily="34" charset="-122"/>
                <a:cs typeface="DM Sans" pitchFamily="34" charset="-120"/>
              </a:rPr>
              <a:t>Data Source: Applied Multivariate Statistical Analysis by Richard A. Johnson, Dean W. Wichern</a:t>
            </a:r>
            <a:endParaRPr lang="en-US" sz="1800" dirty="0">
              <a:solidFill>
                <a:schemeClr val="tx1"/>
              </a:solidFill>
            </a:endParaRPr>
          </a:p>
          <a:p>
            <a:pPr algn="l">
              <a:lnSpc>
                <a:spcPts val="4100"/>
              </a:lnSpc>
            </a:pPr>
            <a:r>
              <a:rPr lang="en-US" sz="1800" dirty="0">
                <a:solidFill>
                  <a:schemeClr val="tx1"/>
                </a:solidFill>
                <a:ea typeface="DM Sans" pitchFamily="34" charset="-122"/>
                <a:cs typeface="DM Sans" pitchFamily="34" charset="-120"/>
              </a:rPr>
              <a:t>Sample size is 55 countries athletics.</a:t>
            </a:r>
            <a:endParaRPr lang="en-US" sz="1800" dirty="0">
              <a:solidFill>
                <a:schemeClr val="tx1"/>
              </a:solidFill>
            </a:endParaRPr>
          </a:p>
          <a:p>
            <a:pPr algn="l">
              <a:lnSpc>
                <a:spcPts val="4100"/>
              </a:lnSpc>
            </a:pPr>
            <a:r>
              <a:rPr lang="en-US" sz="1800" dirty="0">
                <a:solidFill>
                  <a:schemeClr val="tx1"/>
                </a:solidFill>
                <a:ea typeface="DM Sans" pitchFamily="34" charset="-122"/>
                <a:cs typeface="DM Sans" pitchFamily="34" charset="-120"/>
              </a:rPr>
              <a:t>Records for 8 different athletics events – 100 meters to Marathon</a:t>
            </a:r>
            <a:endParaRPr lang="en-US" sz="1800" dirty="0">
              <a:solidFill>
                <a:schemeClr val="tx1"/>
              </a:solidFill>
            </a:endParaRPr>
          </a:p>
          <a:p>
            <a:pPr marL="0" indent="0" algn="l">
              <a:lnSpc>
                <a:spcPts val="4100"/>
              </a:lnSpc>
              <a:buNone/>
            </a:pPr>
            <a:endParaRPr lang="en-US" sz="1800" dirty="0">
              <a:solidFill>
                <a:schemeClr val="tx1"/>
              </a:solidFill>
            </a:endParaRPr>
          </a:p>
        </p:txBody>
      </p:sp>
    </p:spTree>
    <p:extLst>
      <p:ext uri="{BB962C8B-B14F-4D97-AF65-F5344CB8AC3E}">
        <p14:creationId xmlns:p14="http://schemas.microsoft.com/office/powerpoint/2010/main" val="34069948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59741C-5F63-98E1-5559-3C6C4B8998BE}"/>
              </a:ext>
            </a:extLst>
          </p:cNvPr>
          <p:cNvSpPr>
            <a:spLocks noGrp="1"/>
          </p:cNvSpPr>
          <p:nvPr>
            <p:ph type="title"/>
          </p:nvPr>
        </p:nvSpPr>
        <p:spPr>
          <a:xfrm>
            <a:off x="487172" y="401522"/>
            <a:ext cx="13656055" cy="553998"/>
          </a:xfrm>
        </p:spPr>
        <p:txBody>
          <a:bodyPr/>
          <a:lstStyle/>
          <a:p>
            <a:r>
              <a:rPr lang="en-US" sz="3600" dirty="0">
                <a:solidFill>
                  <a:srgbClr val="020202"/>
                </a:solidFill>
                <a:latin typeface="PT Serif" pitchFamily="34" charset="0"/>
                <a:ea typeface="PT Serif" pitchFamily="34" charset="-122"/>
                <a:cs typeface="PT Serif" pitchFamily="34" charset="-120"/>
              </a:rPr>
              <a:t>Athletics Data Snapshot</a:t>
            </a:r>
            <a:endParaRPr lang="en-IN" sz="3600" dirty="0"/>
          </a:p>
        </p:txBody>
      </p:sp>
      <p:graphicFrame>
        <p:nvGraphicFramePr>
          <p:cNvPr id="3" name="Table 3">
            <a:extLst>
              <a:ext uri="{FF2B5EF4-FFF2-40B4-BE49-F238E27FC236}">
                <a16:creationId xmlns:a16="http://schemas.microsoft.com/office/drawing/2014/main" id="{35D48CBE-1ACB-E96B-94D3-67074728DC03}"/>
              </a:ext>
            </a:extLst>
          </p:cNvPr>
          <p:cNvGraphicFramePr>
            <a:graphicFrameLocks noGrp="1"/>
          </p:cNvGraphicFramePr>
          <p:nvPr>
            <p:extLst>
              <p:ext uri="{D42A27DB-BD31-4B8C-83A1-F6EECF244321}">
                <p14:modId xmlns:p14="http://schemas.microsoft.com/office/powerpoint/2010/main" val="4158797573"/>
              </p:ext>
            </p:extLst>
          </p:nvPr>
        </p:nvGraphicFramePr>
        <p:xfrm>
          <a:off x="237725" y="1219200"/>
          <a:ext cx="14154948" cy="6096000"/>
        </p:xfrm>
        <a:graphic>
          <a:graphicData uri="http://schemas.openxmlformats.org/drawingml/2006/table">
            <a:tbl>
              <a:tblPr firstRow="1" bandRow="1">
                <a:tableStyleId>{7DF18680-E054-41AD-8BC1-D1AEF772440D}</a:tableStyleId>
              </a:tblPr>
              <a:tblGrid>
                <a:gridCol w="1572772">
                  <a:extLst>
                    <a:ext uri="{9D8B030D-6E8A-4147-A177-3AD203B41FA5}">
                      <a16:colId xmlns:a16="http://schemas.microsoft.com/office/drawing/2014/main" val="574674097"/>
                    </a:ext>
                  </a:extLst>
                </a:gridCol>
                <a:gridCol w="1572772">
                  <a:extLst>
                    <a:ext uri="{9D8B030D-6E8A-4147-A177-3AD203B41FA5}">
                      <a16:colId xmlns:a16="http://schemas.microsoft.com/office/drawing/2014/main" val="1506899633"/>
                    </a:ext>
                  </a:extLst>
                </a:gridCol>
                <a:gridCol w="1572772">
                  <a:extLst>
                    <a:ext uri="{9D8B030D-6E8A-4147-A177-3AD203B41FA5}">
                      <a16:colId xmlns:a16="http://schemas.microsoft.com/office/drawing/2014/main" val="892562424"/>
                    </a:ext>
                  </a:extLst>
                </a:gridCol>
                <a:gridCol w="1572772">
                  <a:extLst>
                    <a:ext uri="{9D8B030D-6E8A-4147-A177-3AD203B41FA5}">
                      <a16:colId xmlns:a16="http://schemas.microsoft.com/office/drawing/2014/main" val="3019448326"/>
                    </a:ext>
                  </a:extLst>
                </a:gridCol>
                <a:gridCol w="1572772">
                  <a:extLst>
                    <a:ext uri="{9D8B030D-6E8A-4147-A177-3AD203B41FA5}">
                      <a16:colId xmlns:a16="http://schemas.microsoft.com/office/drawing/2014/main" val="2846669256"/>
                    </a:ext>
                  </a:extLst>
                </a:gridCol>
                <a:gridCol w="1572772">
                  <a:extLst>
                    <a:ext uri="{9D8B030D-6E8A-4147-A177-3AD203B41FA5}">
                      <a16:colId xmlns:a16="http://schemas.microsoft.com/office/drawing/2014/main" val="1750152398"/>
                    </a:ext>
                  </a:extLst>
                </a:gridCol>
                <a:gridCol w="1572772">
                  <a:extLst>
                    <a:ext uri="{9D8B030D-6E8A-4147-A177-3AD203B41FA5}">
                      <a16:colId xmlns:a16="http://schemas.microsoft.com/office/drawing/2014/main" val="4227061776"/>
                    </a:ext>
                  </a:extLst>
                </a:gridCol>
                <a:gridCol w="1572772">
                  <a:extLst>
                    <a:ext uri="{9D8B030D-6E8A-4147-A177-3AD203B41FA5}">
                      <a16:colId xmlns:a16="http://schemas.microsoft.com/office/drawing/2014/main" val="2112978804"/>
                    </a:ext>
                  </a:extLst>
                </a:gridCol>
                <a:gridCol w="1572772">
                  <a:extLst>
                    <a:ext uri="{9D8B030D-6E8A-4147-A177-3AD203B41FA5}">
                      <a16:colId xmlns:a16="http://schemas.microsoft.com/office/drawing/2014/main" val="1366989380"/>
                    </a:ext>
                  </a:extLst>
                </a:gridCol>
              </a:tblGrid>
              <a:tr h="508000">
                <a:tc>
                  <a:txBody>
                    <a:bodyPr/>
                    <a:lstStyle/>
                    <a:p>
                      <a:pPr algn="just" fontAlgn="b">
                        <a:lnSpc>
                          <a:spcPct val="150000"/>
                        </a:lnSpc>
                      </a:pPr>
                      <a:r>
                        <a:rPr lang="en-IN" sz="1800" b="0" u="none" strike="noStrike" dirty="0">
                          <a:solidFill>
                            <a:srgbClr val="000000"/>
                          </a:solidFill>
                          <a:effectLst/>
                          <a:latin typeface="PT Serif" panose="020A0603040505020204" pitchFamily="18" charset="0"/>
                        </a:rPr>
                        <a:t>Country</a:t>
                      </a:r>
                      <a:endParaRPr lang="en-IN" sz="1800" b="0" i="0" u="none" strike="noStrike" dirty="0">
                        <a:solidFill>
                          <a:srgbClr val="000000"/>
                        </a:solidFill>
                        <a:effectLst/>
                        <a:latin typeface="PT Serif" panose="020A0603040505020204" pitchFamily="18" charset="0"/>
                      </a:endParaRPr>
                    </a:p>
                  </a:txBody>
                  <a:tcPr marL="9525" marR="9525" marT="9525" marB="0" anchor="b"/>
                </a:tc>
                <a:tc>
                  <a:txBody>
                    <a:bodyPr/>
                    <a:lstStyle/>
                    <a:p>
                      <a:pPr algn="just" fontAlgn="b">
                        <a:lnSpc>
                          <a:spcPct val="150000"/>
                        </a:lnSpc>
                      </a:pPr>
                      <a:r>
                        <a:rPr lang="en-IN" sz="1800" b="0" u="none" strike="noStrike">
                          <a:solidFill>
                            <a:srgbClr val="000000"/>
                          </a:solidFill>
                          <a:effectLst/>
                          <a:latin typeface="PT Serif" panose="020A0603040505020204" pitchFamily="18" charset="0"/>
                        </a:rPr>
                        <a:t>100m_s</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just" fontAlgn="b">
                        <a:lnSpc>
                          <a:spcPct val="150000"/>
                        </a:lnSpc>
                      </a:pPr>
                      <a:r>
                        <a:rPr lang="en-IN" sz="1800" b="0" u="none" strike="noStrike">
                          <a:solidFill>
                            <a:srgbClr val="000000"/>
                          </a:solidFill>
                          <a:effectLst/>
                          <a:latin typeface="PT Serif" panose="020A0603040505020204" pitchFamily="18" charset="0"/>
                        </a:rPr>
                        <a:t>200m_s</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just" fontAlgn="b">
                        <a:lnSpc>
                          <a:spcPct val="150000"/>
                        </a:lnSpc>
                      </a:pPr>
                      <a:r>
                        <a:rPr lang="en-IN" sz="1800" b="0" u="none" strike="noStrike">
                          <a:solidFill>
                            <a:srgbClr val="000000"/>
                          </a:solidFill>
                          <a:effectLst/>
                          <a:latin typeface="PT Serif" panose="020A0603040505020204" pitchFamily="18" charset="0"/>
                        </a:rPr>
                        <a:t>400m_s</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just" fontAlgn="b">
                        <a:lnSpc>
                          <a:spcPct val="150000"/>
                        </a:lnSpc>
                      </a:pPr>
                      <a:r>
                        <a:rPr lang="en-IN" sz="1800" b="0" u="none" strike="noStrike">
                          <a:solidFill>
                            <a:srgbClr val="000000"/>
                          </a:solidFill>
                          <a:effectLst/>
                          <a:latin typeface="PT Serif" panose="020A0603040505020204" pitchFamily="18" charset="0"/>
                        </a:rPr>
                        <a:t>800m_min</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just" fontAlgn="b">
                        <a:lnSpc>
                          <a:spcPct val="150000"/>
                        </a:lnSpc>
                      </a:pPr>
                      <a:r>
                        <a:rPr lang="en-IN" sz="1800" b="0" u="none" strike="noStrike">
                          <a:solidFill>
                            <a:srgbClr val="000000"/>
                          </a:solidFill>
                          <a:effectLst/>
                          <a:latin typeface="PT Serif" panose="020A0603040505020204" pitchFamily="18" charset="0"/>
                        </a:rPr>
                        <a:t>1500m_min</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just" fontAlgn="b">
                        <a:lnSpc>
                          <a:spcPct val="150000"/>
                        </a:lnSpc>
                      </a:pPr>
                      <a:r>
                        <a:rPr lang="en-IN" sz="1800" b="0" u="none" strike="noStrike">
                          <a:solidFill>
                            <a:srgbClr val="000000"/>
                          </a:solidFill>
                          <a:effectLst/>
                          <a:latin typeface="PT Serif" panose="020A0603040505020204" pitchFamily="18" charset="0"/>
                        </a:rPr>
                        <a:t>5000m_min</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just" fontAlgn="b">
                        <a:lnSpc>
                          <a:spcPct val="150000"/>
                        </a:lnSpc>
                      </a:pPr>
                      <a:r>
                        <a:rPr lang="en-IN" sz="1800" b="0" u="none" strike="noStrike">
                          <a:solidFill>
                            <a:srgbClr val="000000"/>
                          </a:solidFill>
                          <a:effectLst/>
                          <a:latin typeface="PT Serif" panose="020A0603040505020204" pitchFamily="18" charset="0"/>
                        </a:rPr>
                        <a:t>10000m_min</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just" fontAlgn="b">
                        <a:lnSpc>
                          <a:spcPct val="150000"/>
                        </a:lnSpc>
                      </a:pPr>
                      <a:r>
                        <a:rPr lang="en-IN" sz="1800" b="0" u="none" strike="noStrike" dirty="0">
                          <a:solidFill>
                            <a:srgbClr val="000000"/>
                          </a:solidFill>
                          <a:effectLst/>
                          <a:latin typeface="PT Serif" panose="020A0603040505020204" pitchFamily="18" charset="0"/>
                        </a:rPr>
                        <a:t>Marathon_min</a:t>
                      </a:r>
                      <a:endParaRPr lang="en-IN" sz="1800" b="0" i="0" u="none" strike="noStrike" dirty="0">
                        <a:solidFill>
                          <a:srgbClr val="000000"/>
                        </a:solidFill>
                        <a:effectLst/>
                        <a:latin typeface="PT Serif" panose="020A0603040505020204" pitchFamily="18" charset="0"/>
                      </a:endParaRPr>
                    </a:p>
                  </a:txBody>
                  <a:tcPr marL="9525" marR="9525" marT="9525" marB="0" anchor="b"/>
                </a:tc>
                <a:extLst>
                  <a:ext uri="{0D108BD9-81ED-4DB2-BD59-A6C34878D82A}">
                    <a16:rowId xmlns:a16="http://schemas.microsoft.com/office/drawing/2014/main" val="2163365663"/>
                  </a:ext>
                </a:extLst>
              </a:tr>
              <a:tr h="508000">
                <a:tc>
                  <a:txBody>
                    <a:bodyPr/>
                    <a:lstStyle/>
                    <a:p>
                      <a:pPr algn="ctr" fontAlgn="b">
                        <a:lnSpc>
                          <a:spcPct val="150000"/>
                        </a:lnSpc>
                      </a:pPr>
                      <a:r>
                        <a:rPr lang="en-IN" sz="1800" b="0" u="none" strike="noStrike">
                          <a:solidFill>
                            <a:srgbClr val="000000"/>
                          </a:solidFill>
                          <a:effectLst/>
                          <a:latin typeface="PT Serif" panose="020A0603040505020204" pitchFamily="18" charset="0"/>
                        </a:rPr>
                        <a:t>Argentina</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lnSpc>
                          <a:spcPct val="150000"/>
                        </a:lnSpc>
                      </a:pPr>
                      <a:r>
                        <a:rPr lang="en-IN" sz="1800" b="0" u="none" strike="noStrike">
                          <a:solidFill>
                            <a:srgbClr val="000000"/>
                          </a:solidFill>
                          <a:effectLst/>
                          <a:latin typeface="PT Serif" panose="020A0603040505020204" pitchFamily="18" charset="0"/>
                        </a:rPr>
                        <a:t>10.39</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lnSpc>
                          <a:spcPct val="150000"/>
                        </a:lnSpc>
                      </a:pPr>
                      <a:r>
                        <a:rPr lang="en-IN" sz="1800" b="0" u="none" strike="noStrike">
                          <a:solidFill>
                            <a:srgbClr val="000000"/>
                          </a:solidFill>
                          <a:effectLst/>
                          <a:latin typeface="PT Serif" panose="020A0603040505020204" pitchFamily="18" charset="0"/>
                        </a:rPr>
                        <a:t>20.81</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lnSpc>
                          <a:spcPct val="150000"/>
                        </a:lnSpc>
                      </a:pPr>
                      <a:r>
                        <a:rPr lang="en-IN" sz="1800" b="0" u="none" strike="noStrike">
                          <a:solidFill>
                            <a:srgbClr val="000000"/>
                          </a:solidFill>
                          <a:effectLst/>
                          <a:latin typeface="PT Serif" panose="020A0603040505020204" pitchFamily="18" charset="0"/>
                        </a:rPr>
                        <a:t>46.84</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lnSpc>
                          <a:spcPct val="150000"/>
                        </a:lnSpc>
                      </a:pPr>
                      <a:r>
                        <a:rPr lang="en-IN" sz="1800" b="0" u="none" strike="noStrike">
                          <a:solidFill>
                            <a:srgbClr val="000000"/>
                          </a:solidFill>
                          <a:effectLst/>
                          <a:latin typeface="PT Serif" panose="020A0603040505020204" pitchFamily="18" charset="0"/>
                        </a:rPr>
                        <a:t>1.81</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lnSpc>
                          <a:spcPct val="150000"/>
                        </a:lnSpc>
                      </a:pPr>
                      <a:r>
                        <a:rPr lang="en-IN" sz="1800" b="0" u="none" strike="noStrike">
                          <a:solidFill>
                            <a:srgbClr val="000000"/>
                          </a:solidFill>
                          <a:effectLst/>
                          <a:latin typeface="PT Serif" panose="020A0603040505020204" pitchFamily="18" charset="0"/>
                        </a:rPr>
                        <a:t>3.7</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lnSpc>
                          <a:spcPct val="150000"/>
                        </a:lnSpc>
                      </a:pPr>
                      <a:r>
                        <a:rPr lang="en-IN" sz="1800" b="0" u="none" strike="noStrike">
                          <a:solidFill>
                            <a:srgbClr val="000000"/>
                          </a:solidFill>
                          <a:effectLst/>
                          <a:latin typeface="PT Serif" panose="020A0603040505020204" pitchFamily="18" charset="0"/>
                        </a:rPr>
                        <a:t>14.04</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lnSpc>
                          <a:spcPct val="150000"/>
                        </a:lnSpc>
                      </a:pPr>
                      <a:r>
                        <a:rPr lang="en-IN" sz="1800" b="0" u="none" strike="noStrike">
                          <a:solidFill>
                            <a:srgbClr val="000000"/>
                          </a:solidFill>
                          <a:effectLst/>
                          <a:latin typeface="PT Serif" panose="020A0603040505020204" pitchFamily="18" charset="0"/>
                        </a:rPr>
                        <a:t>29.36</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lnSpc>
                          <a:spcPct val="150000"/>
                        </a:lnSpc>
                      </a:pPr>
                      <a:r>
                        <a:rPr lang="en-IN" sz="1800" b="0" u="none" strike="noStrike">
                          <a:solidFill>
                            <a:srgbClr val="000000"/>
                          </a:solidFill>
                          <a:effectLst/>
                          <a:latin typeface="PT Serif" panose="020A0603040505020204" pitchFamily="18" charset="0"/>
                        </a:rPr>
                        <a:t>137.72</a:t>
                      </a:r>
                      <a:endParaRPr lang="en-IN" sz="1800" b="0" i="0" u="none" strike="noStrike">
                        <a:solidFill>
                          <a:srgbClr val="000000"/>
                        </a:solidFill>
                        <a:effectLst/>
                        <a:latin typeface="PT Serif" panose="020A0603040505020204" pitchFamily="18" charset="0"/>
                      </a:endParaRPr>
                    </a:p>
                  </a:txBody>
                  <a:tcPr marL="9525" marR="9525" marT="9525" marB="0" anchor="b"/>
                </a:tc>
                <a:extLst>
                  <a:ext uri="{0D108BD9-81ED-4DB2-BD59-A6C34878D82A}">
                    <a16:rowId xmlns:a16="http://schemas.microsoft.com/office/drawing/2014/main" val="4065371965"/>
                  </a:ext>
                </a:extLst>
              </a:tr>
              <a:tr h="508000">
                <a:tc>
                  <a:txBody>
                    <a:bodyPr/>
                    <a:lstStyle/>
                    <a:p>
                      <a:pPr algn="ctr" fontAlgn="b">
                        <a:lnSpc>
                          <a:spcPct val="150000"/>
                        </a:lnSpc>
                      </a:pPr>
                      <a:r>
                        <a:rPr lang="en-IN" sz="1800" b="0" u="none" strike="noStrike">
                          <a:solidFill>
                            <a:srgbClr val="000000"/>
                          </a:solidFill>
                          <a:effectLst/>
                          <a:latin typeface="PT Serif" panose="020A0603040505020204" pitchFamily="18" charset="0"/>
                        </a:rPr>
                        <a:t>Australia</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lnSpc>
                          <a:spcPct val="150000"/>
                        </a:lnSpc>
                      </a:pPr>
                      <a:r>
                        <a:rPr lang="en-IN" sz="1800" b="0" u="none" strike="noStrike">
                          <a:solidFill>
                            <a:srgbClr val="000000"/>
                          </a:solidFill>
                          <a:effectLst/>
                          <a:latin typeface="PT Serif" panose="020A0603040505020204" pitchFamily="18" charset="0"/>
                        </a:rPr>
                        <a:t>10.31</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lnSpc>
                          <a:spcPct val="150000"/>
                        </a:lnSpc>
                      </a:pPr>
                      <a:r>
                        <a:rPr lang="en-IN" sz="1800" b="0" u="none" strike="noStrike">
                          <a:solidFill>
                            <a:srgbClr val="000000"/>
                          </a:solidFill>
                          <a:effectLst/>
                          <a:latin typeface="PT Serif" panose="020A0603040505020204" pitchFamily="18" charset="0"/>
                        </a:rPr>
                        <a:t>20.06</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lnSpc>
                          <a:spcPct val="150000"/>
                        </a:lnSpc>
                      </a:pPr>
                      <a:r>
                        <a:rPr lang="en-IN" sz="1800" b="0" u="none" strike="noStrike">
                          <a:solidFill>
                            <a:srgbClr val="000000"/>
                          </a:solidFill>
                          <a:effectLst/>
                          <a:latin typeface="PT Serif" panose="020A0603040505020204" pitchFamily="18" charset="0"/>
                        </a:rPr>
                        <a:t>44.84</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lnSpc>
                          <a:spcPct val="150000"/>
                        </a:lnSpc>
                      </a:pPr>
                      <a:r>
                        <a:rPr lang="en-IN" sz="1800" b="0" u="none" strike="noStrike">
                          <a:solidFill>
                            <a:srgbClr val="000000"/>
                          </a:solidFill>
                          <a:effectLst/>
                          <a:latin typeface="PT Serif" panose="020A0603040505020204" pitchFamily="18" charset="0"/>
                        </a:rPr>
                        <a:t>1.74</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lnSpc>
                          <a:spcPct val="150000"/>
                        </a:lnSpc>
                      </a:pPr>
                      <a:r>
                        <a:rPr lang="en-IN" sz="1800" b="0" u="none" strike="noStrike">
                          <a:solidFill>
                            <a:srgbClr val="000000"/>
                          </a:solidFill>
                          <a:effectLst/>
                          <a:latin typeface="PT Serif" panose="020A0603040505020204" pitchFamily="18" charset="0"/>
                        </a:rPr>
                        <a:t>3.57</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lnSpc>
                          <a:spcPct val="150000"/>
                        </a:lnSpc>
                      </a:pPr>
                      <a:r>
                        <a:rPr lang="en-IN" sz="1800" b="0" u="none" strike="noStrike">
                          <a:solidFill>
                            <a:srgbClr val="000000"/>
                          </a:solidFill>
                          <a:effectLst/>
                          <a:latin typeface="PT Serif" panose="020A0603040505020204" pitchFamily="18" charset="0"/>
                        </a:rPr>
                        <a:t>13.28</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lnSpc>
                          <a:spcPct val="150000"/>
                        </a:lnSpc>
                      </a:pPr>
                      <a:r>
                        <a:rPr lang="en-IN" sz="1800" b="0" u="none" strike="noStrike">
                          <a:solidFill>
                            <a:srgbClr val="000000"/>
                          </a:solidFill>
                          <a:effectLst/>
                          <a:latin typeface="PT Serif" panose="020A0603040505020204" pitchFamily="18" charset="0"/>
                        </a:rPr>
                        <a:t>27.66</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lnSpc>
                          <a:spcPct val="150000"/>
                        </a:lnSpc>
                      </a:pPr>
                      <a:r>
                        <a:rPr lang="en-IN" sz="1800" b="0" u="none" strike="noStrike">
                          <a:solidFill>
                            <a:srgbClr val="000000"/>
                          </a:solidFill>
                          <a:effectLst/>
                          <a:latin typeface="PT Serif" panose="020A0603040505020204" pitchFamily="18" charset="0"/>
                        </a:rPr>
                        <a:t>128.3</a:t>
                      </a:r>
                      <a:endParaRPr lang="en-IN" sz="1800" b="0" i="0" u="none" strike="noStrike">
                        <a:solidFill>
                          <a:srgbClr val="000000"/>
                        </a:solidFill>
                        <a:effectLst/>
                        <a:latin typeface="PT Serif" panose="020A0603040505020204" pitchFamily="18" charset="0"/>
                      </a:endParaRPr>
                    </a:p>
                  </a:txBody>
                  <a:tcPr marL="9525" marR="9525" marT="9525" marB="0" anchor="b"/>
                </a:tc>
                <a:extLst>
                  <a:ext uri="{0D108BD9-81ED-4DB2-BD59-A6C34878D82A}">
                    <a16:rowId xmlns:a16="http://schemas.microsoft.com/office/drawing/2014/main" val="4018122970"/>
                  </a:ext>
                </a:extLst>
              </a:tr>
              <a:tr h="508000">
                <a:tc>
                  <a:txBody>
                    <a:bodyPr/>
                    <a:lstStyle/>
                    <a:p>
                      <a:pPr algn="ctr" fontAlgn="b">
                        <a:lnSpc>
                          <a:spcPct val="150000"/>
                        </a:lnSpc>
                      </a:pPr>
                      <a:r>
                        <a:rPr lang="en-IN" sz="1800" b="0" u="none" strike="noStrike">
                          <a:solidFill>
                            <a:srgbClr val="000000"/>
                          </a:solidFill>
                          <a:effectLst/>
                          <a:latin typeface="PT Serif" panose="020A0603040505020204" pitchFamily="18" charset="0"/>
                        </a:rPr>
                        <a:t>Austria</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lnSpc>
                          <a:spcPct val="150000"/>
                        </a:lnSpc>
                      </a:pPr>
                      <a:r>
                        <a:rPr lang="en-IN" sz="1800" b="0" u="none" strike="noStrike">
                          <a:solidFill>
                            <a:srgbClr val="000000"/>
                          </a:solidFill>
                          <a:effectLst/>
                          <a:latin typeface="PT Serif" panose="020A0603040505020204" pitchFamily="18" charset="0"/>
                        </a:rPr>
                        <a:t>10.44</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lnSpc>
                          <a:spcPct val="150000"/>
                        </a:lnSpc>
                      </a:pPr>
                      <a:r>
                        <a:rPr lang="en-IN" sz="1800" b="0" u="none" strike="noStrike">
                          <a:solidFill>
                            <a:srgbClr val="000000"/>
                          </a:solidFill>
                          <a:effectLst/>
                          <a:latin typeface="PT Serif" panose="020A0603040505020204" pitchFamily="18" charset="0"/>
                        </a:rPr>
                        <a:t>20.81</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lnSpc>
                          <a:spcPct val="150000"/>
                        </a:lnSpc>
                      </a:pPr>
                      <a:r>
                        <a:rPr lang="en-IN" sz="1800" b="0" u="none" strike="noStrike">
                          <a:solidFill>
                            <a:srgbClr val="000000"/>
                          </a:solidFill>
                          <a:effectLst/>
                          <a:latin typeface="PT Serif" panose="020A0603040505020204" pitchFamily="18" charset="0"/>
                        </a:rPr>
                        <a:t>46.82</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lnSpc>
                          <a:spcPct val="150000"/>
                        </a:lnSpc>
                      </a:pPr>
                      <a:r>
                        <a:rPr lang="en-IN" sz="1800" b="0" u="none" strike="noStrike">
                          <a:solidFill>
                            <a:srgbClr val="000000"/>
                          </a:solidFill>
                          <a:effectLst/>
                          <a:latin typeface="PT Serif" panose="020A0603040505020204" pitchFamily="18" charset="0"/>
                        </a:rPr>
                        <a:t>1.79</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lnSpc>
                          <a:spcPct val="150000"/>
                        </a:lnSpc>
                      </a:pPr>
                      <a:r>
                        <a:rPr lang="en-IN" sz="1800" b="0" u="none" strike="noStrike">
                          <a:solidFill>
                            <a:srgbClr val="000000"/>
                          </a:solidFill>
                          <a:effectLst/>
                          <a:latin typeface="PT Serif" panose="020A0603040505020204" pitchFamily="18" charset="0"/>
                        </a:rPr>
                        <a:t>3.6</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lnSpc>
                          <a:spcPct val="150000"/>
                        </a:lnSpc>
                      </a:pPr>
                      <a:r>
                        <a:rPr lang="en-IN" sz="1800" b="0" u="none" strike="noStrike">
                          <a:solidFill>
                            <a:srgbClr val="000000"/>
                          </a:solidFill>
                          <a:effectLst/>
                          <a:latin typeface="PT Serif" panose="020A0603040505020204" pitchFamily="18" charset="0"/>
                        </a:rPr>
                        <a:t>13.26</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lnSpc>
                          <a:spcPct val="150000"/>
                        </a:lnSpc>
                      </a:pPr>
                      <a:r>
                        <a:rPr lang="en-IN" sz="1800" b="0" u="none" strike="noStrike">
                          <a:solidFill>
                            <a:srgbClr val="000000"/>
                          </a:solidFill>
                          <a:effectLst/>
                          <a:latin typeface="PT Serif" panose="020A0603040505020204" pitchFamily="18" charset="0"/>
                        </a:rPr>
                        <a:t>27.72</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lnSpc>
                          <a:spcPct val="150000"/>
                        </a:lnSpc>
                      </a:pPr>
                      <a:r>
                        <a:rPr lang="en-IN" sz="1800" b="0" u="none" strike="noStrike">
                          <a:solidFill>
                            <a:srgbClr val="000000"/>
                          </a:solidFill>
                          <a:effectLst/>
                          <a:latin typeface="PT Serif" panose="020A0603040505020204" pitchFamily="18" charset="0"/>
                        </a:rPr>
                        <a:t>135.9</a:t>
                      </a:r>
                      <a:endParaRPr lang="en-IN" sz="1800" b="0" i="0" u="none" strike="noStrike">
                        <a:solidFill>
                          <a:srgbClr val="000000"/>
                        </a:solidFill>
                        <a:effectLst/>
                        <a:latin typeface="PT Serif" panose="020A0603040505020204" pitchFamily="18" charset="0"/>
                      </a:endParaRPr>
                    </a:p>
                  </a:txBody>
                  <a:tcPr marL="9525" marR="9525" marT="9525" marB="0" anchor="b"/>
                </a:tc>
                <a:extLst>
                  <a:ext uri="{0D108BD9-81ED-4DB2-BD59-A6C34878D82A}">
                    <a16:rowId xmlns:a16="http://schemas.microsoft.com/office/drawing/2014/main" val="1031170028"/>
                  </a:ext>
                </a:extLst>
              </a:tr>
              <a:tr h="508000">
                <a:tc>
                  <a:txBody>
                    <a:bodyPr/>
                    <a:lstStyle/>
                    <a:p>
                      <a:pPr algn="ctr" fontAlgn="b">
                        <a:lnSpc>
                          <a:spcPct val="150000"/>
                        </a:lnSpc>
                      </a:pPr>
                      <a:r>
                        <a:rPr lang="en-IN" sz="1800" b="0" u="none" strike="noStrike" dirty="0">
                          <a:solidFill>
                            <a:srgbClr val="000000"/>
                          </a:solidFill>
                          <a:effectLst/>
                          <a:latin typeface="PT Serif" panose="020A0603040505020204" pitchFamily="18" charset="0"/>
                        </a:rPr>
                        <a:t>Belgium</a:t>
                      </a:r>
                      <a:endParaRPr lang="en-IN" sz="1800" b="0" i="0" u="none" strike="noStrike" dirty="0">
                        <a:solidFill>
                          <a:srgbClr val="000000"/>
                        </a:solidFill>
                        <a:effectLst/>
                        <a:latin typeface="PT Serif" panose="020A0603040505020204" pitchFamily="18" charset="0"/>
                      </a:endParaRPr>
                    </a:p>
                  </a:txBody>
                  <a:tcPr marL="9525" marR="9525" marT="9525" marB="0" anchor="b"/>
                </a:tc>
                <a:tc>
                  <a:txBody>
                    <a:bodyPr/>
                    <a:lstStyle/>
                    <a:p>
                      <a:pPr algn="ctr" fontAlgn="b">
                        <a:lnSpc>
                          <a:spcPct val="150000"/>
                        </a:lnSpc>
                      </a:pPr>
                      <a:r>
                        <a:rPr lang="en-IN" sz="1800" b="0" u="none" strike="noStrike" dirty="0">
                          <a:solidFill>
                            <a:srgbClr val="000000"/>
                          </a:solidFill>
                          <a:effectLst/>
                          <a:latin typeface="PT Serif" panose="020A0603040505020204" pitchFamily="18" charset="0"/>
                        </a:rPr>
                        <a:t>10.34</a:t>
                      </a:r>
                      <a:endParaRPr lang="en-IN" sz="1800" b="0" i="0" u="none" strike="noStrike" dirty="0">
                        <a:solidFill>
                          <a:srgbClr val="000000"/>
                        </a:solidFill>
                        <a:effectLst/>
                        <a:latin typeface="PT Serif" panose="020A0603040505020204" pitchFamily="18" charset="0"/>
                      </a:endParaRPr>
                    </a:p>
                  </a:txBody>
                  <a:tcPr marL="9525" marR="9525" marT="9525" marB="0" anchor="b"/>
                </a:tc>
                <a:tc>
                  <a:txBody>
                    <a:bodyPr/>
                    <a:lstStyle/>
                    <a:p>
                      <a:pPr algn="ctr" fontAlgn="b">
                        <a:lnSpc>
                          <a:spcPct val="150000"/>
                        </a:lnSpc>
                      </a:pPr>
                      <a:r>
                        <a:rPr lang="en-IN" sz="1800" b="0" u="none" strike="noStrike">
                          <a:solidFill>
                            <a:srgbClr val="000000"/>
                          </a:solidFill>
                          <a:effectLst/>
                          <a:latin typeface="PT Serif" panose="020A0603040505020204" pitchFamily="18" charset="0"/>
                        </a:rPr>
                        <a:t>20.68</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lnSpc>
                          <a:spcPct val="150000"/>
                        </a:lnSpc>
                      </a:pPr>
                      <a:r>
                        <a:rPr lang="en-IN" sz="1800" b="0" u="none" strike="noStrike">
                          <a:solidFill>
                            <a:srgbClr val="000000"/>
                          </a:solidFill>
                          <a:effectLst/>
                          <a:latin typeface="PT Serif" panose="020A0603040505020204" pitchFamily="18" charset="0"/>
                        </a:rPr>
                        <a:t>45.04</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lnSpc>
                          <a:spcPct val="150000"/>
                        </a:lnSpc>
                      </a:pPr>
                      <a:r>
                        <a:rPr lang="en-IN" sz="1800" b="0" u="none" strike="noStrike">
                          <a:solidFill>
                            <a:srgbClr val="000000"/>
                          </a:solidFill>
                          <a:effectLst/>
                          <a:latin typeface="PT Serif" panose="020A0603040505020204" pitchFamily="18" charset="0"/>
                        </a:rPr>
                        <a:t>1.73</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lnSpc>
                          <a:spcPct val="150000"/>
                        </a:lnSpc>
                      </a:pPr>
                      <a:r>
                        <a:rPr lang="en-IN" sz="1800" b="0" u="none" strike="noStrike">
                          <a:solidFill>
                            <a:srgbClr val="000000"/>
                          </a:solidFill>
                          <a:effectLst/>
                          <a:latin typeface="PT Serif" panose="020A0603040505020204" pitchFamily="18" charset="0"/>
                        </a:rPr>
                        <a:t>3.6</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lnSpc>
                          <a:spcPct val="150000"/>
                        </a:lnSpc>
                      </a:pPr>
                      <a:r>
                        <a:rPr lang="en-IN" sz="1800" b="0" u="none" strike="noStrike">
                          <a:solidFill>
                            <a:srgbClr val="000000"/>
                          </a:solidFill>
                          <a:effectLst/>
                          <a:latin typeface="PT Serif" panose="020A0603040505020204" pitchFamily="18" charset="0"/>
                        </a:rPr>
                        <a:t>13.22</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lnSpc>
                          <a:spcPct val="150000"/>
                        </a:lnSpc>
                      </a:pPr>
                      <a:r>
                        <a:rPr lang="en-IN" sz="1800" b="0" u="none" strike="noStrike">
                          <a:solidFill>
                            <a:srgbClr val="000000"/>
                          </a:solidFill>
                          <a:effectLst/>
                          <a:latin typeface="PT Serif" panose="020A0603040505020204" pitchFamily="18" charset="0"/>
                        </a:rPr>
                        <a:t>27.45</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lnSpc>
                          <a:spcPct val="150000"/>
                        </a:lnSpc>
                      </a:pPr>
                      <a:r>
                        <a:rPr lang="en-IN" sz="1800" b="0" u="none" strike="noStrike">
                          <a:solidFill>
                            <a:srgbClr val="000000"/>
                          </a:solidFill>
                          <a:effectLst/>
                          <a:latin typeface="PT Serif" panose="020A0603040505020204" pitchFamily="18" charset="0"/>
                        </a:rPr>
                        <a:t>129.95</a:t>
                      </a:r>
                      <a:endParaRPr lang="en-IN" sz="1800" b="0" i="0" u="none" strike="noStrike">
                        <a:solidFill>
                          <a:srgbClr val="000000"/>
                        </a:solidFill>
                        <a:effectLst/>
                        <a:latin typeface="PT Serif" panose="020A0603040505020204" pitchFamily="18" charset="0"/>
                      </a:endParaRPr>
                    </a:p>
                  </a:txBody>
                  <a:tcPr marL="9525" marR="9525" marT="9525" marB="0" anchor="b"/>
                </a:tc>
                <a:extLst>
                  <a:ext uri="{0D108BD9-81ED-4DB2-BD59-A6C34878D82A}">
                    <a16:rowId xmlns:a16="http://schemas.microsoft.com/office/drawing/2014/main" val="16958223"/>
                  </a:ext>
                </a:extLst>
              </a:tr>
              <a:tr h="508000">
                <a:tc>
                  <a:txBody>
                    <a:bodyPr/>
                    <a:lstStyle/>
                    <a:p>
                      <a:pPr algn="ctr" fontAlgn="b">
                        <a:lnSpc>
                          <a:spcPct val="150000"/>
                        </a:lnSpc>
                      </a:pPr>
                      <a:r>
                        <a:rPr lang="en-IN" sz="1800" b="0" u="none" strike="noStrike">
                          <a:solidFill>
                            <a:srgbClr val="000000"/>
                          </a:solidFill>
                          <a:effectLst/>
                          <a:latin typeface="PT Serif" panose="020A0603040505020204" pitchFamily="18" charset="0"/>
                        </a:rPr>
                        <a:t>Bermuda</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lnSpc>
                          <a:spcPct val="150000"/>
                        </a:lnSpc>
                      </a:pPr>
                      <a:r>
                        <a:rPr lang="en-IN" sz="1800" b="0" u="none" strike="noStrike">
                          <a:solidFill>
                            <a:srgbClr val="000000"/>
                          </a:solidFill>
                          <a:effectLst/>
                          <a:latin typeface="PT Serif" panose="020A0603040505020204" pitchFamily="18" charset="0"/>
                        </a:rPr>
                        <a:t>10.28</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lnSpc>
                          <a:spcPct val="150000"/>
                        </a:lnSpc>
                      </a:pPr>
                      <a:r>
                        <a:rPr lang="en-IN" sz="1800" b="0" u="none" strike="noStrike">
                          <a:solidFill>
                            <a:srgbClr val="000000"/>
                          </a:solidFill>
                          <a:effectLst/>
                          <a:latin typeface="PT Serif" panose="020A0603040505020204" pitchFamily="18" charset="0"/>
                        </a:rPr>
                        <a:t>20.58</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lnSpc>
                          <a:spcPct val="150000"/>
                        </a:lnSpc>
                      </a:pPr>
                      <a:r>
                        <a:rPr lang="en-IN" sz="1800" b="0" u="none" strike="noStrike" dirty="0">
                          <a:solidFill>
                            <a:srgbClr val="000000"/>
                          </a:solidFill>
                          <a:effectLst/>
                          <a:latin typeface="PT Serif" panose="020A0603040505020204" pitchFamily="18" charset="0"/>
                        </a:rPr>
                        <a:t>45.91</a:t>
                      </a:r>
                      <a:endParaRPr lang="en-IN" sz="1800" b="0" i="0" u="none" strike="noStrike" dirty="0">
                        <a:solidFill>
                          <a:srgbClr val="000000"/>
                        </a:solidFill>
                        <a:effectLst/>
                        <a:latin typeface="PT Serif" panose="020A0603040505020204" pitchFamily="18" charset="0"/>
                      </a:endParaRPr>
                    </a:p>
                  </a:txBody>
                  <a:tcPr marL="9525" marR="9525" marT="9525" marB="0" anchor="b"/>
                </a:tc>
                <a:tc>
                  <a:txBody>
                    <a:bodyPr/>
                    <a:lstStyle/>
                    <a:p>
                      <a:pPr algn="ctr" fontAlgn="b">
                        <a:lnSpc>
                          <a:spcPct val="150000"/>
                        </a:lnSpc>
                      </a:pPr>
                      <a:r>
                        <a:rPr lang="en-IN" sz="1800" b="0" u="none" strike="noStrike" dirty="0">
                          <a:solidFill>
                            <a:srgbClr val="000000"/>
                          </a:solidFill>
                          <a:effectLst/>
                          <a:latin typeface="PT Serif" panose="020A0603040505020204" pitchFamily="18" charset="0"/>
                        </a:rPr>
                        <a:t>1.8</a:t>
                      </a:r>
                      <a:endParaRPr lang="en-IN" sz="1800" b="0" i="0" u="none" strike="noStrike" dirty="0">
                        <a:solidFill>
                          <a:srgbClr val="000000"/>
                        </a:solidFill>
                        <a:effectLst/>
                        <a:latin typeface="PT Serif" panose="020A0603040505020204" pitchFamily="18" charset="0"/>
                      </a:endParaRPr>
                    </a:p>
                  </a:txBody>
                  <a:tcPr marL="9525" marR="9525" marT="9525" marB="0" anchor="b"/>
                </a:tc>
                <a:tc>
                  <a:txBody>
                    <a:bodyPr/>
                    <a:lstStyle/>
                    <a:p>
                      <a:pPr algn="ctr" fontAlgn="b">
                        <a:lnSpc>
                          <a:spcPct val="150000"/>
                        </a:lnSpc>
                      </a:pPr>
                      <a:r>
                        <a:rPr lang="en-IN" sz="1800" b="0" u="none" strike="noStrike" dirty="0">
                          <a:solidFill>
                            <a:srgbClr val="000000"/>
                          </a:solidFill>
                          <a:effectLst/>
                          <a:latin typeface="PT Serif" panose="020A0603040505020204" pitchFamily="18" charset="0"/>
                        </a:rPr>
                        <a:t>3.75</a:t>
                      </a:r>
                      <a:endParaRPr lang="en-IN" sz="1800" b="0" i="0" u="none" strike="noStrike" dirty="0">
                        <a:solidFill>
                          <a:srgbClr val="000000"/>
                        </a:solidFill>
                        <a:effectLst/>
                        <a:latin typeface="PT Serif" panose="020A0603040505020204" pitchFamily="18" charset="0"/>
                      </a:endParaRPr>
                    </a:p>
                  </a:txBody>
                  <a:tcPr marL="9525" marR="9525" marT="9525" marB="0" anchor="b"/>
                </a:tc>
                <a:tc>
                  <a:txBody>
                    <a:bodyPr/>
                    <a:lstStyle/>
                    <a:p>
                      <a:pPr algn="ctr" fontAlgn="b">
                        <a:lnSpc>
                          <a:spcPct val="150000"/>
                        </a:lnSpc>
                      </a:pPr>
                      <a:r>
                        <a:rPr lang="en-IN" sz="1800" b="0" u="none" strike="noStrike">
                          <a:solidFill>
                            <a:srgbClr val="000000"/>
                          </a:solidFill>
                          <a:effectLst/>
                          <a:latin typeface="PT Serif" panose="020A0603040505020204" pitchFamily="18" charset="0"/>
                        </a:rPr>
                        <a:t>14.68</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lnSpc>
                          <a:spcPct val="150000"/>
                        </a:lnSpc>
                      </a:pPr>
                      <a:r>
                        <a:rPr lang="en-IN" sz="1800" b="0" u="none" strike="noStrike">
                          <a:solidFill>
                            <a:srgbClr val="000000"/>
                          </a:solidFill>
                          <a:effectLst/>
                          <a:latin typeface="PT Serif" panose="020A0603040505020204" pitchFamily="18" charset="0"/>
                        </a:rPr>
                        <a:t>30.55</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lnSpc>
                          <a:spcPct val="150000"/>
                        </a:lnSpc>
                      </a:pPr>
                      <a:r>
                        <a:rPr lang="en-IN" sz="1800" b="0" u="none" strike="noStrike">
                          <a:solidFill>
                            <a:srgbClr val="000000"/>
                          </a:solidFill>
                          <a:effectLst/>
                          <a:latin typeface="PT Serif" panose="020A0603040505020204" pitchFamily="18" charset="0"/>
                        </a:rPr>
                        <a:t>146.62</a:t>
                      </a:r>
                      <a:endParaRPr lang="en-IN" sz="1800" b="0" i="0" u="none" strike="noStrike">
                        <a:solidFill>
                          <a:srgbClr val="000000"/>
                        </a:solidFill>
                        <a:effectLst/>
                        <a:latin typeface="PT Serif" panose="020A0603040505020204" pitchFamily="18" charset="0"/>
                      </a:endParaRPr>
                    </a:p>
                  </a:txBody>
                  <a:tcPr marL="9525" marR="9525" marT="9525" marB="0" anchor="b"/>
                </a:tc>
                <a:extLst>
                  <a:ext uri="{0D108BD9-81ED-4DB2-BD59-A6C34878D82A}">
                    <a16:rowId xmlns:a16="http://schemas.microsoft.com/office/drawing/2014/main" val="4148857346"/>
                  </a:ext>
                </a:extLst>
              </a:tr>
              <a:tr h="508000">
                <a:tc>
                  <a:txBody>
                    <a:bodyPr/>
                    <a:lstStyle/>
                    <a:p>
                      <a:pPr algn="ctr" fontAlgn="b">
                        <a:lnSpc>
                          <a:spcPct val="150000"/>
                        </a:lnSpc>
                      </a:pPr>
                      <a:r>
                        <a:rPr lang="en-IN" sz="1800" b="0" u="none" strike="noStrike">
                          <a:solidFill>
                            <a:srgbClr val="000000"/>
                          </a:solidFill>
                          <a:effectLst/>
                          <a:latin typeface="PT Serif" panose="020A0603040505020204" pitchFamily="18" charset="0"/>
                        </a:rPr>
                        <a:t>Brazil</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lnSpc>
                          <a:spcPct val="150000"/>
                        </a:lnSpc>
                      </a:pPr>
                      <a:r>
                        <a:rPr lang="en-IN" sz="1800" b="0" u="none" strike="noStrike">
                          <a:solidFill>
                            <a:srgbClr val="000000"/>
                          </a:solidFill>
                          <a:effectLst/>
                          <a:latin typeface="PT Serif" panose="020A0603040505020204" pitchFamily="18" charset="0"/>
                        </a:rPr>
                        <a:t>10.22</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lnSpc>
                          <a:spcPct val="150000"/>
                        </a:lnSpc>
                      </a:pPr>
                      <a:r>
                        <a:rPr lang="en-IN" sz="1800" b="0" u="none" strike="noStrike">
                          <a:solidFill>
                            <a:srgbClr val="000000"/>
                          </a:solidFill>
                          <a:effectLst/>
                          <a:latin typeface="PT Serif" panose="020A0603040505020204" pitchFamily="18" charset="0"/>
                        </a:rPr>
                        <a:t>20.43</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lnSpc>
                          <a:spcPct val="150000"/>
                        </a:lnSpc>
                      </a:pPr>
                      <a:r>
                        <a:rPr lang="en-IN" sz="1800" b="0" u="none" strike="noStrike">
                          <a:solidFill>
                            <a:srgbClr val="000000"/>
                          </a:solidFill>
                          <a:effectLst/>
                          <a:latin typeface="PT Serif" panose="020A0603040505020204" pitchFamily="18" charset="0"/>
                        </a:rPr>
                        <a:t>45.21</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lnSpc>
                          <a:spcPct val="150000"/>
                        </a:lnSpc>
                      </a:pPr>
                      <a:r>
                        <a:rPr lang="en-IN" sz="1800" b="0" u="none" strike="noStrike">
                          <a:solidFill>
                            <a:srgbClr val="000000"/>
                          </a:solidFill>
                          <a:effectLst/>
                          <a:latin typeface="PT Serif" panose="020A0603040505020204" pitchFamily="18" charset="0"/>
                        </a:rPr>
                        <a:t>1.73</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lnSpc>
                          <a:spcPct val="150000"/>
                        </a:lnSpc>
                      </a:pPr>
                      <a:r>
                        <a:rPr lang="en-IN" sz="1800" b="0" u="none" strike="noStrike">
                          <a:solidFill>
                            <a:srgbClr val="000000"/>
                          </a:solidFill>
                          <a:effectLst/>
                          <a:latin typeface="PT Serif" panose="020A0603040505020204" pitchFamily="18" charset="0"/>
                        </a:rPr>
                        <a:t>3.66</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lnSpc>
                          <a:spcPct val="150000"/>
                        </a:lnSpc>
                      </a:pPr>
                      <a:r>
                        <a:rPr lang="en-IN" sz="1800" b="0" u="none" strike="noStrike" dirty="0">
                          <a:solidFill>
                            <a:srgbClr val="000000"/>
                          </a:solidFill>
                          <a:effectLst/>
                          <a:latin typeface="PT Serif" panose="020A0603040505020204" pitchFamily="18" charset="0"/>
                        </a:rPr>
                        <a:t>13.62</a:t>
                      </a:r>
                      <a:endParaRPr lang="en-IN" sz="1800" b="0" i="0" u="none" strike="noStrike" dirty="0">
                        <a:solidFill>
                          <a:srgbClr val="000000"/>
                        </a:solidFill>
                        <a:effectLst/>
                        <a:latin typeface="PT Serif" panose="020A0603040505020204" pitchFamily="18" charset="0"/>
                      </a:endParaRPr>
                    </a:p>
                  </a:txBody>
                  <a:tcPr marL="9525" marR="9525" marT="9525" marB="0" anchor="b"/>
                </a:tc>
                <a:tc>
                  <a:txBody>
                    <a:bodyPr/>
                    <a:lstStyle/>
                    <a:p>
                      <a:pPr algn="ctr" fontAlgn="b">
                        <a:lnSpc>
                          <a:spcPct val="150000"/>
                        </a:lnSpc>
                      </a:pPr>
                      <a:r>
                        <a:rPr lang="en-IN" sz="1800" b="0" u="none" strike="noStrike" dirty="0">
                          <a:solidFill>
                            <a:srgbClr val="000000"/>
                          </a:solidFill>
                          <a:effectLst/>
                          <a:latin typeface="PT Serif" panose="020A0603040505020204" pitchFamily="18" charset="0"/>
                        </a:rPr>
                        <a:t>28.62</a:t>
                      </a:r>
                      <a:endParaRPr lang="en-IN" sz="1800" b="0" i="0" u="none" strike="noStrike" dirty="0">
                        <a:solidFill>
                          <a:srgbClr val="000000"/>
                        </a:solidFill>
                        <a:effectLst/>
                        <a:latin typeface="PT Serif" panose="020A0603040505020204" pitchFamily="18" charset="0"/>
                      </a:endParaRPr>
                    </a:p>
                  </a:txBody>
                  <a:tcPr marL="9525" marR="9525" marT="9525" marB="0" anchor="b"/>
                </a:tc>
                <a:tc>
                  <a:txBody>
                    <a:bodyPr/>
                    <a:lstStyle/>
                    <a:p>
                      <a:pPr algn="ctr" fontAlgn="b">
                        <a:lnSpc>
                          <a:spcPct val="150000"/>
                        </a:lnSpc>
                      </a:pPr>
                      <a:r>
                        <a:rPr lang="en-IN" sz="1800" b="0" u="none" strike="noStrike">
                          <a:solidFill>
                            <a:srgbClr val="000000"/>
                          </a:solidFill>
                          <a:effectLst/>
                          <a:latin typeface="PT Serif" panose="020A0603040505020204" pitchFamily="18" charset="0"/>
                        </a:rPr>
                        <a:t>133.13</a:t>
                      </a:r>
                      <a:endParaRPr lang="en-IN" sz="1800" b="0" i="0" u="none" strike="noStrike">
                        <a:solidFill>
                          <a:srgbClr val="000000"/>
                        </a:solidFill>
                        <a:effectLst/>
                        <a:latin typeface="PT Serif" panose="020A0603040505020204" pitchFamily="18" charset="0"/>
                      </a:endParaRPr>
                    </a:p>
                  </a:txBody>
                  <a:tcPr marL="9525" marR="9525" marT="9525" marB="0" anchor="b"/>
                </a:tc>
                <a:extLst>
                  <a:ext uri="{0D108BD9-81ED-4DB2-BD59-A6C34878D82A}">
                    <a16:rowId xmlns:a16="http://schemas.microsoft.com/office/drawing/2014/main" val="1378030926"/>
                  </a:ext>
                </a:extLst>
              </a:tr>
              <a:tr h="508000">
                <a:tc>
                  <a:txBody>
                    <a:bodyPr/>
                    <a:lstStyle/>
                    <a:p>
                      <a:pPr algn="ctr" fontAlgn="b">
                        <a:lnSpc>
                          <a:spcPct val="150000"/>
                        </a:lnSpc>
                      </a:pPr>
                      <a:r>
                        <a:rPr lang="en-IN" sz="1800" b="0" u="none" strike="noStrike">
                          <a:solidFill>
                            <a:srgbClr val="000000"/>
                          </a:solidFill>
                          <a:effectLst/>
                          <a:latin typeface="PT Serif" panose="020A0603040505020204" pitchFamily="18" charset="0"/>
                        </a:rPr>
                        <a:t>Burma</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lnSpc>
                          <a:spcPct val="150000"/>
                        </a:lnSpc>
                      </a:pPr>
                      <a:r>
                        <a:rPr lang="en-IN" sz="1800" b="0" u="none" strike="noStrike">
                          <a:solidFill>
                            <a:srgbClr val="000000"/>
                          </a:solidFill>
                          <a:effectLst/>
                          <a:latin typeface="PT Serif" panose="020A0603040505020204" pitchFamily="18" charset="0"/>
                        </a:rPr>
                        <a:t>10.64</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lnSpc>
                          <a:spcPct val="150000"/>
                        </a:lnSpc>
                      </a:pPr>
                      <a:r>
                        <a:rPr lang="en-IN" sz="1800" b="0" u="none" strike="noStrike">
                          <a:solidFill>
                            <a:srgbClr val="000000"/>
                          </a:solidFill>
                          <a:effectLst/>
                          <a:latin typeface="PT Serif" panose="020A0603040505020204" pitchFamily="18" charset="0"/>
                        </a:rPr>
                        <a:t>21.52</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lnSpc>
                          <a:spcPct val="150000"/>
                        </a:lnSpc>
                      </a:pPr>
                      <a:r>
                        <a:rPr lang="en-IN" sz="1800" b="0" u="none" strike="noStrike">
                          <a:solidFill>
                            <a:srgbClr val="000000"/>
                          </a:solidFill>
                          <a:effectLst/>
                          <a:latin typeface="PT Serif" panose="020A0603040505020204" pitchFamily="18" charset="0"/>
                        </a:rPr>
                        <a:t>48.3</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lnSpc>
                          <a:spcPct val="150000"/>
                        </a:lnSpc>
                      </a:pPr>
                      <a:r>
                        <a:rPr lang="en-IN" sz="1800" b="0" u="none" strike="noStrike">
                          <a:solidFill>
                            <a:srgbClr val="000000"/>
                          </a:solidFill>
                          <a:effectLst/>
                          <a:latin typeface="PT Serif" panose="020A0603040505020204" pitchFamily="18" charset="0"/>
                        </a:rPr>
                        <a:t>1.8</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lnSpc>
                          <a:spcPct val="150000"/>
                        </a:lnSpc>
                      </a:pPr>
                      <a:r>
                        <a:rPr lang="en-IN" sz="1800" b="0" u="none" strike="noStrike">
                          <a:solidFill>
                            <a:srgbClr val="000000"/>
                          </a:solidFill>
                          <a:effectLst/>
                          <a:latin typeface="PT Serif" panose="020A0603040505020204" pitchFamily="18" charset="0"/>
                        </a:rPr>
                        <a:t>3.85</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lnSpc>
                          <a:spcPct val="150000"/>
                        </a:lnSpc>
                      </a:pPr>
                      <a:r>
                        <a:rPr lang="en-IN" sz="1800" b="0" u="none" strike="noStrike">
                          <a:solidFill>
                            <a:srgbClr val="000000"/>
                          </a:solidFill>
                          <a:effectLst/>
                          <a:latin typeface="PT Serif" panose="020A0603040505020204" pitchFamily="18" charset="0"/>
                        </a:rPr>
                        <a:t>14.45</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lnSpc>
                          <a:spcPct val="150000"/>
                        </a:lnSpc>
                      </a:pPr>
                      <a:r>
                        <a:rPr lang="en-IN" sz="1800" b="0" u="none" strike="noStrike">
                          <a:solidFill>
                            <a:srgbClr val="000000"/>
                          </a:solidFill>
                          <a:effectLst/>
                          <a:latin typeface="PT Serif" panose="020A0603040505020204" pitchFamily="18" charset="0"/>
                        </a:rPr>
                        <a:t>30.28</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lnSpc>
                          <a:spcPct val="150000"/>
                        </a:lnSpc>
                      </a:pPr>
                      <a:r>
                        <a:rPr lang="en-IN" sz="1800" b="0" u="none" strike="noStrike" dirty="0">
                          <a:solidFill>
                            <a:srgbClr val="000000"/>
                          </a:solidFill>
                          <a:effectLst/>
                          <a:latin typeface="PT Serif" panose="020A0603040505020204" pitchFamily="18" charset="0"/>
                        </a:rPr>
                        <a:t>139.95</a:t>
                      </a:r>
                      <a:endParaRPr lang="en-IN" sz="1800" b="0" i="0" u="none" strike="noStrike" dirty="0">
                        <a:solidFill>
                          <a:srgbClr val="000000"/>
                        </a:solidFill>
                        <a:effectLst/>
                        <a:latin typeface="PT Serif" panose="020A0603040505020204" pitchFamily="18" charset="0"/>
                      </a:endParaRPr>
                    </a:p>
                  </a:txBody>
                  <a:tcPr marL="9525" marR="9525" marT="9525" marB="0" anchor="b"/>
                </a:tc>
                <a:extLst>
                  <a:ext uri="{0D108BD9-81ED-4DB2-BD59-A6C34878D82A}">
                    <a16:rowId xmlns:a16="http://schemas.microsoft.com/office/drawing/2014/main" val="1118770826"/>
                  </a:ext>
                </a:extLst>
              </a:tr>
              <a:tr h="508000">
                <a:tc>
                  <a:txBody>
                    <a:bodyPr/>
                    <a:lstStyle/>
                    <a:p>
                      <a:pPr algn="ctr" fontAlgn="b">
                        <a:lnSpc>
                          <a:spcPct val="150000"/>
                        </a:lnSpc>
                      </a:pPr>
                      <a:r>
                        <a:rPr lang="en-IN" sz="1800" b="0" u="none" strike="noStrike">
                          <a:solidFill>
                            <a:srgbClr val="000000"/>
                          </a:solidFill>
                          <a:effectLst/>
                          <a:latin typeface="PT Serif" panose="020A0603040505020204" pitchFamily="18" charset="0"/>
                        </a:rPr>
                        <a:t>Canada</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lnSpc>
                          <a:spcPct val="150000"/>
                        </a:lnSpc>
                      </a:pPr>
                      <a:r>
                        <a:rPr lang="en-IN" sz="1800" b="0" u="none" strike="noStrike">
                          <a:solidFill>
                            <a:srgbClr val="000000"/>
                          </a:solidFill>
                          <a:effectLst/>
                          <a:latin typeface="PT Serif" panose="020A0603040505020204" pitchFamily="18" charset="0"/>
                        </a:rPr>
                        <a:t>10.17</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lnSpc>
                          <a:spcPct val="150000"/>
                        </a:lnSpc>
                      </a:pPr>
                      <a:r>
                        <a:rPr lang="en-IN" sz="1800" b="0" u="none" strike="noStrike">
                          <a:solidFill>
                            <a:srgbClr val="000000"/>
                          </a:solidFill>
                          <a:effectLst/>
                          <a:latin typeface="PT Serif" panose="020A0603040505020204" pitchFamily="18" charset="0"/>
                        </a:rPr>
                        <a:t>20.22</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lnSpc>
                          <a:spcPct val="150000"/>
                        </a:lnSpc>
                      </a:pPr>
                      <a:r>
                        <a:rPr lang="en-IN" sz="1800" b="0" u="none" strike="noStrike">
                          <a:solidFill>
                            <a:srgbClr val="000000"/>
                          </a:solidFill>
                          <a:effectLst/>
                          <a:latin typeface="PT Serif" panose="020A0603040505020204" pitchFamily="18" charset="0"/>
                        </a:rPr>
                        <a:t>45.68</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lnSpc>
                          <a:spcPct val="150000"/>
                        </a:lnSpc>
                      </a:pPr>
                      <a:r>
                        <a:rPr lang="en-IN" sz="1800" b="0" u="none" strike="noStrike">
                          <a:solidFill>
                            <a:srgbClr val="000000"/>
                          </a:solidFill>
                          <a:effectLst/>
                          <a:latin typeface="PT Serif" panose="020A0603040505020204" pitchFamily="18" charset="0"/>
                        </a:rPr>
                        <a:t>1.76</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lnSpc>
                          <a:spcPct val="150000"/>
                        </a:lnSpc>
                      </a:pPr>
                      <a:r>
                        <a:rPr lang="en-IN" sz="1800" b="0" u="none" strike="noStrike">
                          <a:solidFill>
                            <a:srgbClr val="000000"/>
                          </a:solidFill>
                          <a:effectLst/>
                          <a:latin typeface="PT Serif" panose="020A0603040505020204" pitchFamily="18" charset="0"/>
                        </a:rPr>
                        <a:t>3.63</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lnSpc>
                          <a:spcPct val="150000"/>
                        </a:lnSpc>
                      </a:pPr>
                      <a:r>
                        <a:rPr lang="en-IN" sz="1800" b="0" u="none" strike="noStrike">
                          <a:solidFill>
                            <a:srgbClr val="000000"/>
                          </a:solidFill>
                          <a:effectLst/>
                          <a:latin typeface="PT Serif" panose="020A0603040505020204" pitchFamily="18" charset="0"/>
                        </a:rPr>
                        <a:t>13.55</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lnSpc>
                          <a:spcPct val="150000"/>
                        </a:lnSpc>
                      </a:pPr>
                      <a:r>
                        <a:rPr lang="en-IN" sz="1800" b="0" u="none" strike="noStrike">
                          <a:solidFill>
                            <a:srgbClr val="000000"/>
                          </a:solidFill>
                          <a:effectLst/>
                          <a:latin typeface="PT Serif" panose="020A0603040505020204" pitchFamily="18" charset="0"/>
                        </a:rPr>
                        <a:t>28.09</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lnSpc>
                          <a:spcPct val="150000"/>
                        </a:lnSpc>
                      </a:pPr>
                      <a:r>
                        <a:rPr lang="en-IN" sz="1800" b="0" u="none" strike="noStrike">
                          <a:solidFill>
                            <a:srgbClr val="000000"/>
                          </a:solidFill>
                          <a:effectLst/>
                          <a:latin typeface="PT Serif" panose="020A0603040505020204" pitchFamily="18" charset="0"/>
                        </a:rPr>
                        <a:t>130.15</a:t>
                      </a:r>
                      <a:endParaRPr lang="en-IN" sz="1800" b="0" i="0" u="none" strike="noStrike">
                        <a:solidFill>
                          <a:srgbClr val="000000"/>
                        </a:solidFill>
                        <a:effectLst/>
                        <a:latin typeface="PT Serif" panose="020A0603040505020204" pitchFamily="18" charset="0"/>
                      </a:endParaRPr>
                    </a:p>
                  </a:txBody>
                  <a:tcPr marL="9525" marR="9525" marT="9525" marB="0" anchor="b"/>
                </a:tc>
                <a:extLst>
                  <a:ext uri="{0D108BD9-81ED-4DB2-BD59-A6C34878D82A}">
                    <a16:rowId xmlns:a16="http://schemas.microsoft.com/office/drawing/2014/main" val="852077405"/>
                  </a:ext>
                </a:extLst>
              </a:tr>
              <a:tr h="508000">
                <a:tc>
                  <a:txBody>
                    <a:bodyPr/>
                    <a:lstStyle/>
                    <a:p>
                      <a:pPr algn="ctr" fontAlgn="b">
                        <a:lnSpc>
                          <a:spcPct val="150000"/>
                        </a:lnSpc>
                      </a:pPr>
                      <a:r>
                        <a:rPr lang="en-IN" sz="1800" b="0" u="none" strike="noStrike">
                          <a:solidFill>
                            <a:srgbClr val="000000"/>
                          </a:solidFill>
                          <a:effectLst/>
                          <a:latin typeface="PT Serif" panose="020A0603040505020204" pitchFamily="18" charset="0"/>
                        </a:rPr>
                        <a:t>Chile</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lnSpc>
                          <a:spcPct val="150000"/>
                        </a:lnSpc>
                      </a:pPr>
                      <a:r>
                        <a:rPr lang="en-IN" sz="1800" b="0" u="none" strike="noStrike">
                          <a:solidFill>
                            <a:srgbClr val="000000"/>
                          </a:solidFill>
                          <a:effectLst/>
                          <a:latin typeface="PT Serif" panose="020A0603040505020204" pitchFamily="18" charset="0"/>
                        </a:rPr>
                        <a:t>10.34</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lnSpc>
                          <a:spcPct val="150000"/>
                        </a:lnSpc>
                      </a:pPr>
                      <a:r>
                        <a:rPr lang="en-IN" sz="1800" b="0" u="none" strike="noStrike">
                          <a:solidFill>
                            <a:srgbClr val="000000"/>
                          </a:solidFill>
                          <a:effectLst/>
                          <a:latin typeface="PT Serif" panose="020A0603040505020204" pitchFamily="18" charset="0"/>
                        </a:rPr>
                        <a:t>20.8</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lnSpc>
                          <a:spcPct val="150000"/>
                        </a:lnSpc>
                      </a:pPr>
                      <a:r>
                        <a:rPr lang="en-IN" sz="1800" b="0" u="none" strike="noStrike">
                          <a:solidFill>
                            <a:srgbClr val="000000"/>
                          </a:solidFill>
                          <a:effectLst/>
                          <a:latin typeface="PT Serif" panose="020A0603040505020204" pitchFamily="18" charset="0"/>
                        </a:rPr>
                        <a:t>46.2</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lnSpc>
                          <a:spcPct val="150000"/>
                        </a:lnSpc>
                      </a:pPr>
                      <a:r>
                        <a:rPr lang="en-IN" sz="1800" b="0" u="none" strike="noStrike">
                          <a:solidFill>
                            <a:srgbClr val="000000"/>
                          </a:solidFill>
                          <a:effectLst/>
                          <a:latin typeface="PT Serif" panose="020A0603040505020204" pitchFamily="18" charset="0"/>
                        </a:rPr>
                        <a:t>1.79</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lnSpc>
                          <a:spcPct val="150000"/>
                        </a:lnSpc>
                      </a:pPr>
                      <a:r>
                        <a:rPr lang="en-IN" sz="1800" b="0" u="none" strike="noStrike">
                          <a:solidFill>
                            <a:srgbClr val="000000"/>
                          </a:solidFill>
                          <a:effectLst/>
                          <a:latin typeface="PT Serif" panose="020A0603040505020204" pitchFamily="18" charset="0"/>
                        </a:rPr>
                        <a:t>3.71</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lnSpc>
                          <a:spcPct val="150000"/>
                        </a:lnSpc>
                      </a:pPr>
                      <a:r>
                        <a:rPr lang="en-IN" sz="1800" b="0" u="none" strike="noStrike">
                          <a:solidFill>
                            <a:srgbClr val="000000"/>
                          </a:solidFill>
                          <a:effectLst/>
                          <a:latin typeface="PT Serif" panose="020A0603040505020204" pitchFamily="18" charset="0"/>
                        </a:rPr>
                        <a:t>13.61</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lnSpc>
                          <a:spcPct val="150000"/>
                        </a:lnSpc>
                      </a:pPr>
                      <a:r>
                        <a:rPr lang="en-IN" sz="1800" b="0" u="none" strike="noStrike">
                          <a:solidFill>
                            <a:srgbClr val="000000"/>
                          </a:solidFill>
                          <a:effectLst/>
                          <a:latin typeface="PT Serif" panose="020A0603040505020204" pitchFamily="18" charset="0"/>
                        </a:rPr>
                        <a:t>29.3</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lnSpc>
                          <a:spcPct val="150000"/>
                        </a:lnSpc>
                      </a:pPr>
                      <a:r>
                        <a:rPr lang="en-IN" sz="1800" b="0" u="none" strike="noStrike">
                          <a:solidFill>
                            <a:srgbClr val="000000"/>
                          </a:solidFill>
                          <a:effectLst/>
                          <a:latin typeface="PT Serif" panose="020A0603040505020204" pitchFamily="18" charset="0"/>
                        </a:rPr>
                        <a:t>134.03</a:t>
                      </a:r>
                      <a:endParaRPr lang="en-IN" sz="1800" b="0" i="0" u="none" strike="noStrike">
                        <a:solidFill>
                          <a:srgbClr val="000000"/>
                        </a:solidFill>
                        <a:effectLst/>
                        <a:latin typeface="PT Serif" panose="020A0603040505020204" pitchFamily="18" charset="0"/>
                      </a:endParaRPr>
                    </a:p>
                  </a:txBody>
                  <a:tcPr marL="9525" marR="9525" marT="9525" marB="0" anchor="b"/>
                </a:tc>
                <a:extLst>
                  <a:ext uri="{0D108BD9-81ED-4DB2-BD59-A6C34878D82A}">
                    <a16:rowId xmlns:a16="http://schemas.microsoft.com/office/drawing/2014/main" val="1724346266"/>
                  </a:ext>
                </a:extLst>
              </a:tr>
              <a:tr h="508000">
                <a:tc>
                  <a:txBody>
                    <a:bodyPr/>
                    <a:lstStyle/>
                    <a:p>
                      <a:pPr algn="ctr" fontAlgn="b">
                        <a:lnSpc>
                          <a:spcPct val="150000"/>
                        </a:lnSpc>
                      </a:pPr>
                      <a:r>
                        <a:rPr lang="en-IN" sz="1800" b="0" u="none" strike="noStrike">
                          <a:solidFill>
                            <a:srgbClr val="000000"/>
                          </a:solidFill>
                          <a:effectLst/>
                          <a:latin typeface="PT Serif" panose="020A0603040505020204" pitchFamily="18" charset="0"/>
                        </a:rPr>
                        <a:t>China</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lnSpc>
                          <a:spcPct val="150000"/>
                        </a:lnSpc>
                      </a:pPr>
                      <a:r>
                        <a:rPr lang="en-IN" sz="1800" b="0" u="none" strike="noStrike">
                          <a:solidFill>
                            <a:srgbClr val="000000"/>
                          </a:solidFill>
                          <a:effectLst/>
                          <a:latin typeface="PT Serif" panose="020A0603040505020204" pitchFamily="18" charset="0"/>
                        </a:rPr>
                        <a:t>10.51</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lnSpc>
                          <a:spcPct val="150000"/>
                        </a:lnSpc>
                      </a:pPr>
                      <a:r>
                        <a:rPr lang="en-IN" sz="1800" b="0" u="none" strike="noStrike">
                          <a:solidFill>
                            <a:srgbClr val="000000"/>
                          </a:solidFill>
                          <a:effectLst/>
                          <a:latin typeface="PT Serif" panose="020A0603040505020204" pitchFamily="18" charset="0"/>
                        </a:rPr>
                        <a:t>21.04</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lnSpc>
                          <a:spcPct val="150000"/>
                        </a:lnSpc>
                      </a:pPr>
                      <a:r>
                        <a:rPr lang="en-IN" sz="1800" b="0" u="none" strike="noStrike">
                          <a:solidFill>
                            <a:srgbClr val="000000"/>
                          </a:solidFill>
                          <a:effectLst/>
                          <a:latin typeface="PT Serif" panose="020A0603040505020204" pitchFamily="18" charset="0"/>
                        </a:rPr>
                        <a:t>47.3</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lnSpc>
                          <a:spcPct val="150000"/>
                        </a:lnSpc>
                      </a:pPr>
                      <a:r>
                        <a:rPr lang="en-IN" sz="1800" b="0" u="none" strike="noStrike">
                          <a:solidFill>
                            <a:srgbClr val="000000"/>
                          </a:solidFill>
                          <a:effectLst/>
                          <a:latin typeface="PT Serif" panose="020A0603040505020204" pitchFamily="18" charset="0"/>
                        </a:rPr>
                        <a:t>1.81</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lnSpc>
                          <a:spcPct val="150000"/>
                        </a:lnSpc>
                      </a:pPr>
                      <a:r>
                        <a:rPr lang="en-IN" sz="1800" b="0" u="none" strike="noStrike">
                          <a:solidFill>
                            <a:srgbClr val="000000"/>
                          </a:solidFill>
                          <a:effectLst/>
                          <a:latin typeface="PT Serif" panose="020A0603040505020204" pitchFamily="18" charset="0"/>
                        </a:rPr>
                        <a:t>3.73</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lnSpc>
                          <a:spcPct val="150000"/>
                        </a:lnSpc>
                      </a:pPr>
                      <a:r>
                        <a:rPr lang="en-IN" sz="1800" b="0" u="none" strike="noStrike">
                          <a:solidFill>
                            <a:srgbClr val="000000"/>
                          </a:solidFill>
                          <a:effectLst/>
                          <a:latin typeface="PT Serif" panose="020A0603040505020204" pitchFamily="18" charset="0"/>
                        </a:rPr>
                        <a:t>13.9</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lnSpc>
                          <a:spcPct val="150000"/>
                        </a:lnSpc>
                      </a:pPr>
                      <a:r>
                        <a:rPr lang="en-IN" sz="1800" b="0" u="none" strike="noStrike">
                          <a:solidFill>
                            <a:srgbClr val="000000"/>
                          </a:solidFill>
                          <a:effectLst/>
                          <a:latin typeface="PT Serif" panose="020A0603040505020204" pitchFamily="18" charset="0"/>
                        </a:rPr>
                        <a:t>29.13</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lnSpc>
                          <a:spcPct val="150000"/>
                        </a:lnSpc>
                      </a:pPr>
                      <a:r>
                        <a:rPr lang="en-IN" sz="1800" b="0" u="none" strike="noStrike">
                          <a:solidFill>
                            <a:srgbClr val="000000"/>
                          </a:solidFill>
                          <a:effectLst/>
                          <a:latin typeface="PT Serif" panose="020A0603040505020204" pitchFamily="18" charset="0"/>
                        </a:rPr>
                        <a:t>133.53</a:t>
                      </a:r>
                      <a:endParaRPr lang="en-IN" sz="1800" b="0" i="0" u="none" strike="noStrike">
                        <a:solidFill>
                          <a:srgbClr val="000000"/>
                        </a:solidFill>
                        <a:effectLst/>
                        <a:latin typeface="PT Serif" panose="020A0603040505020204" pitchFamily="18" charset="0"/>
                      </a:endParaRPr>
                    </a:p>
                  </a:txBody>
                  <a:tcPr marL="9525" marR="9525" marT="9525" marB="0" anchor="b"/>
                </a:tc>
                <a:extLst>
                  <a:ext uri="{0D108BD9-81ED-4DB2-BD59-A6C34878D82A}">
                    <a16:rowId xmlns:a16="http://schemas.microsoft.com/office/drawing/2014/main" val="2226216917"/>
                  </a:ext>
                </a:extLst>
              </a:tr>
              <a:tr h="508000">
                <a:tc>
                  <a:txBody>
                    <a:bodyPr/>
                    <a:lstStyle/>
                    <a:p>
                      <a:pPr algn="ctr" fontAlgn="b">
                        <a:lnSpc>
                          <a:spcPct val="150000"/>
                        </a:lnSpc>
                      </a:pPr>
                      <a:r>
                        <a:rPr lang="en-IN" sz="1800" b="0" u="none" strike="noStrike">
                          <a:solidFill>
                            <a:srgbClr val="000000"/>
                          </a:solidFill>
                          <a:effectLst/>
                          <a:latin typeface="PT Serif" panose="020A0603040505020204" pitchFamily="18" charset="0"/>
                        </a:rPr>
                        <a:t>Colombia</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lnSpc>
                          <a:spcPct val="150000"/>
                        </a:lnSpc>
                      </a:pPr>
                      <a:r>
                        <a:rPr lang="en-IN" sz="1800" b="0" u="none" strike="noStrike">
                          <a:solidFill>
                            <a:srgbClr val="000000"/>
                          </a:solidFill>
                          <a:effectLst/>
                          <a:latin typeface="PT Serif" panose="020A0603040505020204" pitchFamily="18" charset="0"/>
                        </a:rPr>
                        <a:t>10.43</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lnSpc>
                          <a:spcPct val="150000"/>
                        </a:lnSpc>
                      </a:pPr>
                      <a:r>
                        <a:rPr lang="en-IN" sz="1800" b="0" u="none" strike="noStrike">
                          <a:solidFill>
                            <a:srgbClr val="000000"/>
                          </a:solidFill>
                          <a:effectLst/>
                          <a:latin typeface="PT Serif" panose="020A0603040505020204" pitchFamily="18" charset="0"/>
                        </a:rPr>
                        <a:t>21.05</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lnSpc>
                          <a:spcPct val="150000"/>
                        </a:lnSpc>
                      </a:pPr>
                      <a:r>
                        <a:rPr lang="en-IN" sz="1800" b="0" u="none" strike="noStrike">
                          <a:solidFill>
                            <a:srgbClr val="000000"/>
                          </a:solidFill>
                          <a:effectLst/>
                          <a:latin typeface="PT Serif" panose="020A0603040505020204" pitchFamily="18" charset="0"/>
                        </a:rPr>
                        <a:t>46.1</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lnSpc>
                          <a:spcPct val="150000"/>
                        </a:lnSpc>
                      </a:pPr>
                      <a:r>
                        <a:rPr lang="en-IN" sz="1800" b="0" u="none" strike="noStrike">
                          <a:solidFill>
                            <a:srgbClr val="000000"/>
                          </a:solidFill>
                          <a:effectLst/>
                          <a:latin typeface="PT Serif" panose="020A0603040505020204" pitchFamily="18" charset="0"/>
                        </a:rPr>
                        <a:t>1.82</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lnSpc>
                          <a:spcPct val="150000"/>
                        </a:lnSpc>
                      </a:pPr>
                      <a:r>
                        <a:rPr lang="en-IN" sz="1800" b="0" u="none" strike="noStrike">
                          <a:solidFill>
                            <a:srgbClr val="000000"/>
                          </a:solidFill>
                          <a:effectLst/>
                          <a:latin typeface="PT Serif" panose="020A0603040505020204" pitchFamily="18" charset="0"/>
                        </a:rPr>
                        <a:t>3.74</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lnSpc>
                          <a:spcPct val="150000"/>
                        </a:lnSpc>
                      </a:pPr>
                      <a:r>
                        <a:rPr lang="en-IN" sz="1800" b="0" u="none" strike="noStrike">
                          <a:solidFill>
                            <a:srgbClr val="000000"/>
                          </a:solidFill>
                          <a:effectLst/>
                          <a:latin typeface="PT Serif" panose="020A0603040505020204" pitchFamily="18" charset="0"/>
                        </a:rPr>
                        <a:t>13.49</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lnSpc>
                          <a:spcPct val="150000"/>
                        </a:lnSpc>
                      </a:pPr>
                      <a:r>
                        <a:rPr lang="en-IN" sz="1800" b="0" u="none" strike="noStrike">
                          <a:solidFill>
                            <a:srgbClr val="000000"/>
                          </a:solidFill>
                          <a:effectLst/>
                          <a:latin typeface="PT Serif" panose="020A0603040505020204" pitchFamily="18" charset="0"/>
                        </a:rPr>
                        <a:t>27.88</a:t>
                      </a:r>
                      <a:endParaRPr lang="en-IN" sz="1800" b="0" i="0" u="none" strike="noStrike">
                        <a:solidFill>
                          <a:srgbClr val="000000"/>
                        </a:solidFill>
                        <a:effectLst/>
                        <a:latin typeface="PT Serif" panose="020A0603040505020204" pitchFamily="18" charset="0"/>
                      </a:endParaRPr>
                    </a:p>
                  </a:txBody>
                  <a:tcPr marL="9525" marR="9525" marT="9525" marB="0" anchor="b"/>
                </a:tc>
                <a:tc>
                  <a:txBody>
                    <a:bodyPr/>
                    <a:lstStyle/>
                    <a:p>
                      <a:pPr algn="ctr" fontAlgn="b">
                        <a:lnSpc>
                          <a:spcPct val="150000"/>
                        </a:lnSpc>
                      </a:pPr>
                      <a:r>
                        <a:rPr lang="en-IN" sz="1800" b="0" u="none" strike="noStrike" dirty="0">
                          <a:solidFill>
                            <a:srgbClr val="000000"/>
                          </a:solidFill>
                          <a:effectLst/>
                          <a:latin typeface="PT Serif" panose="020A0603040505020204" pitchFamily="18" charset="0"/>
                        </a:rPr>
                        <a:t>131.35</a:t>
                      </a:r>
                      <a:endParaRPr lang="en-IN" sz="1800" b="0" i="0" u="none" strike="noStrike" dirty="0">
                        <a:solidFill>
                          <a:srgbClr val="000000"/>
                        </a:solidFill>
                        <a:effectLst/>
                        <a:latin typeface="PT Serif" panose="020A0603040505020204" pitchFamily="18" charset="0"/>
                      </a:endParaRPr>
                    </a:p>
                  </a:txBody>
                  <a:tcPr marL="9525" marR="9525" marT="9525" marB="0" anchor="b"/>
                </a:tc>
                <a:extLst>
                  <a:ext uri="{0D108BD9-81ED-4DB2-BD59-A6C34878D82A}">
                    <a16:rowId xmlns:a16="http://schemas.microsoft.com/office/drawing/2014/main" val="3522873236"/>
                  </a:ext>
                </a:extLst>
              </a:tr>
            </a:tbl>
          </a:graphicData>
        </a:graphic>
      </p:graphicFrame>
    </p:spTree>
    <p:extLst>
      <p:ext uri="{BB962C8B-B14F-4D97-AF65-F5344CB8AC3E}">
        <p14:creationId xmlns:p14="http://schemas.microsoft.com/office/powerpoint/2010/main" val="38036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A64042-0A31-D9BA-9C17-724733C2F6E4}"/>
              </a:ext>
            </a:extLst>
          </p:cNvPr>
          <p:cNvSpPr>
            <a:spLocks noGrp="1"/>
          </p:cNvSpPr>
          <p:nvPr>
            <p:ph type="title"/>
          </p:nvPr>
        </p:nvSpPr>
        <p:spPr>
          <a:xfrm>
            <a:off x="487172" y="401522"/>
            <a:ext cx="13656055" cy="1123384"/>
          </a:xfrm>
        </p:spPr>
        <p:txBody>
          <a:bodyPr/>
          <a:lstStyle/>
          <a:p>
            <a:r>
              <a:rPr lang="en-US" sz="3600" dirty="0">
                <a:solidFill>
                  <a:srgbClr val="020202"/>
                </a:solidFill>
                <a:latin typeface="PT Serif" pitchFamily="34" charset="0"/>
                <a:ea typeface="PT Serif" pitchFamily="34" charset="-122"/>
                <a:cs typeface="PT Serif" pitchFamily="34" charset="-120"/>
              </a:rPr>
              <a:t>Athletics Data – Variable Description</a:t>
            </a:r>
            <a:br>
              <a:rPr lang="en-US" sz="3600" dirty="0"/>
            </a:br>
            <a:endParaRPr lang="en-IN" sz="3600" dirty="0"/>
          </a:p>
        </p:txBody>
      </p:sp>
      <p:graphicFrame>
        <p:nvGraphicFramePr>
          <p:cNvPr id="3" name="Table 3">
            <a:extLst>
              <a:ext uri="{FF2B5EF4-FFF2-40B4-BE49-F238E27FC236}">
                <a16:creationId xmlns:a16="http://schemas.microsoft.com/office/drawing/2014/main" id="{2532ADBE-E88F-3EC8-80AD-5AA7ED1DB4D0}"/>
              </a:ext>
            </a:extLst>
          </p:cNvPr>
          <p:cNvGraphicFramePr>
            <a:graphicFrameLocks noGrp="1"/>
          </p:cNvGraphicFramePr>
          <p:nvPr>
            <p:extLst>
              <p:ext uri="{D42A27DB-BD31-4B8C-83A1-F6EECF244321}">
                <p14:modId xmlns:p14="http://schemas.microsoft.com/office/powerpoint/2010/main" val="2768065874"/>
              </p:ext>
            </p:extLst>
          </p:nvPr>
        </p:nvGraphicFramePr>
        <p:xfrm>
          <a:off x="1600200" y="1409693"/>
          <a:ext cx="12100816" cy="6400800"/>
        </p:xfrm>
        <a:graphic>
          <a:graphicData uri="http://schemas.openxmlformats.org/drawingml/2006/table">
            <a:tbl>
              <a:tblPr firstRow="1" bandRow="1">
                <a:tableStyleId>{7DF18680-E054-41AD-8BC1-D1AEF772440D}</a:tableStyleId>
              </a:tblPr>
              <a:tblGrid>
                <a:gridCol w="1798828">
                  <a:extLst>
                    <a:ext uri="{9D8B030D-6E8A-4147-A177-3AD203B41FA5}">
                      <a16:colId xmlns:a16="http://schemas.microsoft.com/office/drawing/2014/main" val="3443497134"/>
                    </a:ext>
                  </a:extLst>
                </a:gridCol>
                <a:gridCol w="3858464">
                  <a:extLst>
                    <a:ext uri="{9D8B030D-6E8A-4147-A177-3AD203B41FA5}">
                      <a16:colId xmlns:a16="http://schemas.microsoft.com/office/drawing/2014/main" val="3180087310"/>
                    </a:ext>
                  </a:extLst>
                </a:gridCol>
                <a:gridCol w="2252524">
                  <a:extLst>
                    <a:ext uri="{9D8B030D-6E8A-4147-A177-3AD203B41FA5}">
                      <a16:colId xmlns:a16="http://schemas.microsoft.com/office/drawing/2014/main" val="1682763593"/>
                    </a:ext>
                  </a:extLst>
                </a:gridCol>
                <a:gridCol w="1981200">
                  <a:extLst>
                    <a:ext uri="{9D8B030D-6E8A-4147-A177-3AD203B41FA5}">
                      <a16:colId xmlns:a16="http://schemas.microsoft.com/office/drawing/2014/main" val="2373277343"/>
                    </a:ext>
                  </a:extLst>
                </a:gridCol>
                <a:gridCol w="2209800">
                  <a:extLst>
                    <a:ext uri="{9D8B030D-6E8A-4147-A177-3AD203B41FA5}">
                      <a16:colId xmlns:a16="http://schemas.microsoft.com/office/drawing/2014/main" val="2724973205"/>
                    </a:ext>
                  </a:extLst>
                </a:gridCol>
              </a:tblGrid>
              <a:tr h="370840">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b="1" dirty="0">
                          <a:solidFill>
                            <a:srgbClr val="383838"/>
                          </a:solidFill>
                          <a:latin typeface="PT Serif" panose="020A0603040505020204" pitchFamily="18" charset="0"/>
                        </a:rPr>
                        <a:t>Column</a:t>
                      </a:r>
                      <a:endParaRPr lang="en-US" sz="1800" dirty="0">
                        <a:latin typeface="PT Serif" panose="020A0603040505020204" pitchFamily="18" charset="0"/>
                      </a:endParaRPr>
                    </a:p>
                    <a:p>
                      <a:endParaRPr lang="en-IN"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b="1" dirty="0">
                          <a:solidFill>
                            <a:srgbClr val="383838"/>
                          </a:solidFill>
                          <a:latin typeface="PT Serif" panose="020A0603040505020204" pitchFamily="18" charset="0"/>
                        </a:rPr>
                        <a:t>Description</a:t>
                      </a:r>
                      <a:endParaRPr lang="en-US" sz="1800" dirty="0">
                        <a:latin typeface="PT Serif" panose="020A0603040505020204" pitchFamily="18" charset="0"/>
                      </a:endParaRPr>
                    </a:p>
                    <a:p>
                      <a:endParaRPr lang="en-IN"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b="1" dirty="0">
                          <a:solidFill>
                            <a:srgbClr val="383838"/>
                          </a:solidFill>
                          <a:latin typeface="PT Serif" panose="020A0603040505020204" pitchFamily="18" charset="0"/>
                        </a:rPr>
                        <a:t>Type</a:t>
                      </a:r>
                      <a:endParaRPr lang="en-US" sz="1800" dirty="0">
                        <a:latin typeface="PT Serif" panose="020A0603040505020204" pitchFamily="18" charset="0"/>
                      </a:endParaRPr>
                    </a:p>
                    <a:p>
                      <a:endParaRPr lang="en-IN"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b="1" dirty="0">
                          <a:solidFill>
                            <a:srgbClr val="383838"/>
                          </a:solidFill>
                          <a:latin typeface="PT Serif" panose="020A0603040505020204" pitchFamily="18" charset="0"/>
                        </a:rPr>
                        <a:t>Measurement</a:t>
                      </a:r>
                      <a:endParaRPr lang="en-US" sz="1800" dirty="0">
                        <a:latin typeface="PT Serif" panose="020A0603040505020204" pitchFamily="18" charset="0"/>
                      </a:endParaRPr>
                    </a:p>
                    <a:p>
                      <a:endParaRPr lang="en-IN"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b="1" dirty="0">
                          <a:solidFill>
                            <a:srgbClr val="383838"/>
                          </a:solidFill>
                          <a:latin typeface="PT Serif" panose="020A0603040505020204" pitchFamily="18" charset="0"/>
                        </a:rPr>
                        <a:t>Possible Values</a:t>
                      </a:r>
                      <a:endParaRPr lang="en-US" sz="1800" dirty="0">
                        <a:latin typeface="PT Serif" panose="020A0603040505020204" pitchFamily="18" charset="0"/>
                      </a:endParaRPr>
                    </a:p>
                    <a:p>
                      <a:endParaRPr lang="en-IN" dirty="0">
                        <a:latin typeface="PT Serif" panose="020A0603040505020204" pitchFamily="18" charset="0"/>
                      </a:endParaRPr>
                    </a:p>
                  </a:txBody>
                  <a:tcPr/>
                </a:tc>
                <a:extLst>
                  <a:ext uri="{0D108BD9-81ED-4DB2-BD59-A6C34878D82A}">
                    <a16:rowId xmlns:a16="http://schemas.microsoft.com/office/drawing/2014/main" val="1124022056"/>
                  </a:ext>
                </a:extLst>
              </a:tr>
              <a:tr h="370840">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Country</a:t>
                      </a:r>
                      <a:endParaRPr lang="en-US" sz="1800" dirty="0">
                        <a:latin typeface="PT Serif" panose="020A0603040505020204" pitchFamily="18" charset="0"/>
                      </a:endParaRPr>
                    </a:p>
                    <a:p>
                      <a:endParaRPr lang="en-IN"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Country Name</a:t>
                      </a:r>
                      <a:endParaRPr lang="en-US" sz="1800" dirty="0">
                        <a:latin typeface="PT Serif" panose="020A0603040505020204" pitchFamily="18" charset="0"/>
                      </a:endParaRPr>
                    </a:p>
                    <a:p>
                      <a:endParaRPr lang="en-IN"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Categorical</a:t>
                      </a:r>
                      <a:endParaRPr lang="en-US" sz="1800" dirty="0">
                        <a:latin typeface="PT Serif" panose="020A0603040505020204" pitchFamily="18" charset="0"/>
                      </a:endParaRPr>
                    </a:p>
                    <a:p>
                      <a:endParaRPr lang="en-IN" dirty="0">
                        <a:latin typeface="PT Serif" panose="020A0603040505020204" pitchFamily="18" charset="0"/>
                      </a:endParaRPr>
                    </a:p>
                  </a:txBody>
                  <a:tcPr/>
                </a:tc>
                <a:tc>
                  <a:txBody>
                    <a:bodyPr/>
                    <a:lstStyle/>
                    <a:p>
                      <a:r>
                        <a:rPr lang="en-IN" dirty="0">
                          <a:latin typeface="PT Serif" panose="020A0603040505020204" pitchFamily="18" charset="0"/>
                        </a:rPr>
                        <a:t>-</a:t>
                      </a:r>
                    </a:p>
                  </a:txBody>
                  <a:tcPr/>
                </a:tc>
                <a:tc>
                  <a:txBody>
                    <a:bodyPr/>
                    <a:lstStyle/>
                    <a:p>
                      <a:r>
                        <a:rPr lang="en-IN" dirty="0">
                          <a:latin typeface="PT Serif" panose="020A0603040505020204" pitchFamily="18" charset="0"/>
                        </a:rPr>
                        <a:t>-</a:t>
                      </a:r>
                    </a:p>
                  </a:txBody>
                  <a:tcPr/>
                </a:tc>
                <a:extLst>
                  <a:ext uri="{0D108BD9-81ED-4DB2-BD59-A6C34878D82A}">
                    <a16:rowId xmlns:a16="http://schemas.microsoft.com/office/drawing/2014/main" val="1895584422"/>
                  </a:ext>
                </a:extLst>
              </a:tr>
              <a:tr h="370840">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100m_s</a:t>
                      </a:r>
                      <a:endParaRPr lang="en-US" sz="1800" dirty="0">
                        <a:latin typeface="PT Serif" panose="020A0603040505020204" pitchFamily="18" charset="0"/>
                      </a:endParaRPr>
                    </a:p>
                    <a:p>
                      <a:endParaRPr lang="en-IN"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Time for 100 meter running</a:t>
                      </a:r>
                      <a:endParaRPr lang="en-US" sz="1800" dirty="0">
                        <a:latin typeface="PT Serif" panose="020A0603040505020204" pitchFamily="18" charset="0"/>
                      </a:endParaRPr>
                    </a:p>
                    <a:p>
                      <a:endParaRPr lang="en-IN"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Continuous</a:t>
                      </a:r>
                      <a:endParaRPr lang="en-US" sz="1800" dirty="0">
                        <a:latin typeface="PT Serif" panose="020A0603040505020204" pitchFamily="18" charset="0"/>
                      </a:endParaRPr>
                    </a:p>
                    <a:p>
                      <a:endParaRPr lang="en-IN"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Seconds</a:t>
                      </a:r>
                      <a:endParaRPr lang="en-US" sz="1800" dirty="0">
                        <a:latin typeface="PT Serif" panose="020A0603040505020204" pitchFamily="18" charset="0"/>
                      </a:endParaRPr>
                    </a:p>
                    <a:p>
                      <a:endParaRPr lang="en-IN"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Positive Values</a:t>
                      </a:r>
                      <a:endParaRPr lang="en-US" sz="1800" dirty="0">
                        <a:latin typeface="PT Serif" panose="020A0603040505020204" pitchFamily="18" charset="0"/>
                      </a:endParaRPr>
                    </a:p>
                    <a:p>
                      <a:endParaRPr lang="en-IN" dirty="0">
                        <a:latin typeface="PT Serif" panose="020A0603040505020204" pitchFamily="18" charset="0"/>
                      </a:endParaRPr>
                    </a:p>
                  </a:txBody>
                  <a:tcPr/>
                </a:tc>
                <a:extLst>
                  <a:ext uri="{0D108BD9-81ED-4DB2-BD59-A6C34878D82A}">
                    <a16:rowId xmlns:a16="http://schemas.microsoft.com/office/drawing/2014/main" val="3732466017"/>
                  </a:ext>
                </a:extLst>
              </a:tr>
              <a:tr h="370840">
                <a:tc>
                  <a:txBody>
                    <a:bodyPr/>
                    <a:lstStyle/>
                    <a:p>
                      <a:pPr marL="0" indent="0" algn="l">
                        <a:lnSpc>
                          <a:spcPts val="2100"/>
                        </a:lnSpc>
                        <a:buNone/>
                      </a:pPr>
                      <a:r>
                        <a:rPr lang="en-US" sz="1800" dirty="0">
                          <a:solidFill>
                            <a:srgbClr val="383838"/>
                          </a:solidFill>
                          <a:latin typeface="PT Serif" panose="020A0603040505020204" pitchFamily="18" charset="0"/>
                        </a:rPr>
                        <a:t>200m_s</a:t>
                      </a:r>
                      <a:endParaRPr lang="en-US" sz="1800"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Time for 200 meter running</a:t>
                      </a:r>
                      <a:endParaRPr lang="en-US" sz="1800" dirty="0">
                        <a:latin typeface="PT Serif" panose="020A0603040505020204" pitchFamily="18" charset="0"/>
                      </a:endParaRPr>
                    </a:p>
                    <a:p>
                      <a:endParaRPr lang="en-IN"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Continuous</a:t>
                      </a:r>
                      <a:endParaRPr lang="en-US" sz="1800" dirty="0">
                        <a:latin typeface="PT Serif" panose="020A0603040505020204" pitchFamily="18" charset="0"/>
                      </a:endParaRPr>
                    </a:p>
                    <a:p>
                      <a:endParaRPr lang="en-IN"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Seconds</a:t>
                      </a:r>
                      <a:endParaRPr lang="en-US" sz="1800" dirty="0">
                        <a:latin typeface="PT Serif" panose="020A0603040505020204" pitchFamily="18" charset="0"/>
                      </a:endParaRPr>
                    </a:p>
                    <a:p>
                      <a:endParaRPr lang="en-IN"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Positive Values</a:t>
                      </a:r>
                      <a:endParaRPr lang="en-US" sz="1800" dirty="0">
                        <a:latin typeface="PT Serif" panose="020A0603040505020204" pitchFamily="18" charset="0"/>
                      </a:endParaRPr>
                    </a:p>
                    <a:p>
                      <a:endParaRPr lang="en-IN" dirty="0">
                        <a:latin typeface="PT Serif" panose="020A0603040505020204" pitchFamily="18" charset="0"/>
                      </a:endParaRPr>
                    </a:p>
                  </a:txBody>
                  <a:tcPr/>
                </a:tc>
                <a:extLst>
                  <a:ext uri="{0D108BD9-81ED-4DB2-BD59-A6C34878D82A}">
                    <a16:rowId xmlns:a16="http://schemas.microsoft.com/office/drawing/2014/main" val="1086504721"/>
                  </a:ext>
                </a:extLst>
              </a:tr>
              <a:tr h="370840">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400m_s</a:t>
                      </a:r>
                      <a:endParaRPr lang="en-US" sz="1800" dirty="0">
                        <a:latin typeface="PT Serif" panose="020A0603040505020204" pitchFamily="18" charset="0"/>
                      </a:endParaRPr>
                    </a:p>
                    <a:p>
                      <a:endParaRPr lang="en-IN"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Time for 400 meter running</a:t>
                      </a:r>
                      <a:endParaRPr lang="en-US" sz="1800" dirty="0">
                        <a:latin typeface="PT Serif" panose="020A0603040505020204" pitchFamily="18" charset="0"/>
                      </a:endParaRPr>
                    </a:p>
                    <a:p>
                      <a:endParaRPr lang="en-IN"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Continuous</a:t>
                      </a:r>
                      <a:endParaRPr lang="en-US" sz="1800" dirty="0">
                        <a:latin typeface="PT Serif" panose="020A0603040505020204" pitchFamily="18" charset="0"/>
                      </a:endParaRPr>
                    </a:p>
                    <a:p>
                      <a:endParaRPr lang="en-IN"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Seconds</a:t>
                      </a:r>
                      <a:endParaRPr lang="en-US" sz="1800" dirty="0">
                        <a:latin typeface="PT Serif" panose="020A0603040505020204" pitchFamily="18" charset="0"/>
                      </a:endParaRPr>
                    </a:p>
                    <a:p>
                      <a:endParaRPr lang="en-IN"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Positive Values</a:t>
                      </a:r>
                      <a:endParaRPr lang="en-US" sz="1800" dirty="0">
                        <a:latin typeface="PT Serif" panose="020A0603040505020204" pitchFamily="18" charset="0"/>
                      </a:endParaRPr>
                    </a:p>
                    <a:p>
                      <a:endParaRPr lang="en-IN" dirty="0">
                        <a:latin typeface="PT Serif" panose="020A0603040505020204" pitchFamily="18" charset="0"/>
                      </a:endParaRPr>
                    </a:p>
                  </a:txBody>
                  <a:tcPr/>
                </a:tc>
                <a:extLst>
                  <a:ext uri="{0D108BD9-81ED-4DB2-BD59-A6C34878D82A}">
                    <a16:rowId xmlns:a16="http://schemas.microsoft.com/office/drawing/2014/main" val="2475378345"/>
                  </a:ext>
                </a:extLst>
              </a:tr>
              <a:tr h="370840">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800m_min</a:t>
                      </a:r>
                      <a:endParaRPr lang="en-US" sz="1800" dirty="0">
                        <a:latin typeface="PT Serif" panose="020A0603040505020204" pitchFamily="18" charset="0"/>
                      </a:endParaRPr>
                    </a:p>
                    <a:p>
                      <a:endParaRPr lang="en-IN"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Time for 800 meter running</a:t>
                      </a:r>
                      <a:endParaRPr lang="en-US" sz="1800" dirty="0">
                        <a:latin typeface="PT Serif" panose="020A0603040505020204" pitchFamily="18" charset="0"/>
                      </a:endParaRPr>
                    </a:p>
                    <a:p>
                      <a:endParaRPr lang="en-IN"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Continuous</a:t>
                      </a:r>
                      <a:endParaRPr lang="en-US" sz="1800" dirty="0">
                        <a:latin typeface="PT Serif" panose="020A0603040505020204" pitchFamily="18" charset="0"/>
                      </a:endParaRPr>
                    </a:p>
                    <a:p>
                      <a:endParaRPr lang="en-IN"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Minutes</a:t>
                      </a:r>
                      <a:endParaRPr lang="en-US" sz="1800" dirty="0">
                        <a:latin typeface="PT Serif" panose="020A0603040505020204" pitchFamily="18" charset="0"/>
                      </a:endParaRPr>
                    </a:p>
                    <a:p>
                      <a:endParaRPr lang="en-IN"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Positive Values</a:t>
                      </a:r>
                      <a:endParaRPr lang="en-US" sz="1800" dirty="0">
                        <a:latin typeface="PT Serif" panose="020A0603040505020204" pitchFamily="18" charset="0"/>
                      </a:endParaRPr>
                    </a:p>
                    <a:p>
                      <a:endParaRPr lang="en-IN" dirty="0">
                        <a:latin typeface="PT Serif" panose="020A0603040505020204" pitchFamily="18" charset="0"/>
                      </a:endParaRPr>
                    </a:p>
                  </a:txBody>
                  <a:tcPr/>
                </a:tc>
                <a:extLst>
                  <a:ext uri="{0D108BD9-81ED-4DB2-BD59-A6C34878D82A}">
                    <a16:rowId xmlns:a16="http://schemas.microsoft.com/office/drawing/2014/main" val="3287869010"/>
                  </a:ext>
                </a:extLst>
              </a:tr>
              <a:tr h="370840">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1500m_min</a:t>
                      </a:r>
                      <a:endParaRPr lang="en-US" sz="1800" dirty="0">
                        <a:latin typeface="PT Serif" panose="020A0603040505020204" pitchFamily="18" charset="0"/>
                      </a:endParaRPr>
                    </a:p>
                    <a:p>
                      <a:endParaRPr lang="en-IN"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Time for 1500 meter running</a:t>
                      </a:r>
                      <a:endParaRPr lang="en-US" sz="1800" dirty="0">
                        <a:latin typeface="PT Serif" panose="020A0603040505020204" pitchFamily="18" charset="0"/>
                      </a:endParaRPr>
                    </a:p>
                    <a:p>
                      <a:endParaRPr lang="en-IN"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Continuous</a:t>
                      </a:r>
                      <a:endParaRPr lang="en-US" sz="1800" dirty="0">
                        <a:latin typeface="PT Serif" panose="020A0603040505020204" pitchFamily="18" charset="0"/>
                      </a:endParaRPr>
                    </a:p>
                    <a:p>
                      <a:endParaRPr lang="en-IN"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Minutes</a:t>
                      </a:r>
                      <a:endParaRPr lang="en-US" sz="1800" dirty="0">
                        <a:latin typeface="PT Serif" panose="020A0603040505020204" pitchFamily="18" charset="0"/>
                      </a:endParaRPr>
                    </a:p>
                    <a:p>
                      <a:endParaRPr lang="en-IN"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Positive Values</a:t>
                      </a:r>
                      <a:endParaRPr lang="en-US" sz="1800" dirty="0">
                        <a:latin typeface="PT Serif" panose="020A0603040505020204" pitchFamily="18" charset="0"/>
                      </a:endParaRPr>
                    </a:p>
                    <a:p>
                      <a:endParaRPr lang="en-IN" dirty="0">
                        <a:latin typeface="PT Serif" panose="020A0603040505020204" pitchFamily="18" charset="0"/>
                      </a:endParaRPr>
                    </a:p>
                  </a:txBody>
                  <a:tcPr/>
                </a:tc>
                <a:extLst>
                  <a:ext uri="{0D108BD9-81ED-4DB2-BD59-A6C34878D82A}">
                    <a16:rowId xmlns:a16="http://schemas.microsoft.com/office/drawing/2014/main" val="63299767"/>
                  </a:ext>
                </a:extLst>
              </a:tr>
              <a:tr h="370840">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5000m_min</a:t>
                      </a:r>
                      <a:endParaRPr lang="en-US" sz="1800" dirty="0">
                        <a:latin typeface="PT Serif" panose="020A0603040505020204" pitchFamily="18" charset="0"/>
                      </a:endParaRPr>
                    </a:p>
                    <a:p>
                      <a:endParaRPr lang="en-IN"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Time for 5000 meter running</a:t>
                      </a:r>
                      <a:endParaRPr lang="en-US" sz="1800" dirty="0">
                        <a:latin typeface="PT Serif" panose="020A0603040505020204" pitchFamily="18" charset="0"/>
                      </a:endParaRPr>
                    </a:p>
                    <a:p>
                      <a:endParaRPr lang="en-IN"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Continuous</a:t>
                      </a:r>
                      <a:endParaRPr lang="en-US" sz="1800" dirty="0">
                        <a:latin typeface="PT Serif" panose="020A0603040505020204" pitchFamily="18" charset="0"/>
                      </a:endParaRPr>
                    </a:p>
                    <a:p>
                      <a:endParaRPr lang="en-IN"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Minutes</a:t>
                      </a:r>
                      <a:endParaRPr lang="en-US" sz="1800" dirty="0">
                        <a:latin typeface="PT Serif" panose="020A0603040505020204" pitchFamily="18" charset="0"/>
                      </a:endParaRPr>
                    </a:p>
                    <a:p>
                      <a:endParaRPr lang="en-IN"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Positive Values</a:t>
                      </a:r>
                      <a:endParaRPr lang="en-US" sz="1800" dirty="0">
                        <a:latin typeface="PT Serif" panose="020A0603040505020204" pitchFamily="18" charset="0"/>
                      </a:endParaRPr>
                    </a:p>
                    <a:p>
                      <a:endParaRPr lang="en-IN" dirty="0">
                        <a:latin typeface="PT Serif" panose="020A0603040505020204" pitchFamily="18" charset="0"/>
                      </a:endParaRPr>
                    </a:p>
                  </a:txBody>
                  <a:tcPr/>
                </a:tc>
                <a:extLst>
                  <a:ext uri="{0D108BD9-81ED-4DB2-BD59-A6C34878D82A}">
                    <a16:rowId xmlns:a16="http://schemas.microsoft.com/office/drawing/2014/main" val="1910168915"/>
                  </a:ext>
                </a:extLst>
              </a:tr>
              <a:tr h="370840">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10000m_min</a:t>
                      </a:r>
                      <a:endParaRPr lang="en-US" sz="1800" dirty="0">
                        <a:latin typeface="PT Serif" panose="020A0603040505020204" pitchFamily="18" charset="0"/>
                      </a:endParaRPr>
                    </a:p>
                    <a:p>
                      <a:endParaRPr lang="en-IN"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Time for 10000 meter running</a:t>
                      </a:r>
                      <a:endParaRPr lang="en-US" sz="1800" dirty="0">
                        <a:latin typeface="PT Serif" panose="020A0603040505020204" pitchFamily="18" charset="0"/>
                      </a:endParaRPr>
                    </a:p>
                    <a:p>
                      <a:endParaRPr lang="en-IN"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Continuous</a:t>
                      </a:r>
                      <a:endParaRPr lang="en-US" sz="1800" dirty="0">
                        <a:latin typeface="PT Serif" panose="020A0603040505020204" pitchFamily="18" charset="0"/>
                      </a:endParaRPr>
                    </a:p>
                    <a:p>
                      <a:endParaRPr lang="en-IN"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Minutes</a:t>
                      </a:r>
                      <a:endParaRPr lang="en-US" sz="1800" dirty="0">
                        <a:latin typeface="PT Serif" panose="020A0603040505020204" pitchFamily="18" charset="0"/>
                      </a:endParaRPr>
                    </a:p>
                    <a:p>
                      <a:endParaRPr lang="en-IN"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Positive Values</a:t>
                      </a:r>
                      <a:endParaRPr lang="en-US" sz="1800" dirty="0">
                        <a:latin typeface="PT Serif" panose="020A0603040505020204" pitchFamily="18" charset="0"/>
                      </a:endParaRPr>
                    </a:p>
                    <a:p>
                      <a:endParaRPr lang="en-IN" dirty="0">
                        <a:latin typeface="PT Serif" panose="020A0603040505020204" pitchFamily="18" charset="0"/>
                      </a:endParaRPr>
                    </a:p>
                  </a:txBody>
                  <a:tcPr/>
                </a:tc>
                <a:extLst>
                  <a:ext uri="{0D108BD9-81ED-4DB2-BD59-A6C34878D82A}">
                    <a16:rowId xmlns:a16="http://schemas.microsoft.com/office/drawing/2014/main" val="1019665440"/>
                  </a:ext>
                </a:extLst>
              </a:tr>
              <a:tr h="370840">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Marathon_min</a:t>
                      </a:r>
                      <a:endParaRPr lang="en-US" sz="1800" dirty="0">
                        <a:latin typeface="PT Serif" panose="020A0603040505020204" pitchFamily="18" charset="0"/>
                      </a:endParaRPr>
                    </a:p>
                    <a:p>
                      <a:endParaRPr lang="en-IN"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Time for Marathon running</a:t>
                      </a:r>
                      <a:endParaRPr lang="en-US" sz="1800" dirty="0">
                        <a:latin typeface="PT Serif" panose="020A0603040505020204" pitchFamily="18" charset="0"/>
                      </a:endParaRPr>
                    </a:p>
                    <a:p>
                      <a:endParaRPr lang="en-IN"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Continuous</a:t>
                      </a:r>
                      <a:endParaRPr lang="en-US" sz="1800" dirty="0">
                        <a:latin typeface="PT Serif" panose="020A0603040505020204" pitchFamily="18" charset="0"/>
                      </a:endParaRPr>
                    </a:p>
                    <a:p>
                      <a:endParaRPr lang="en-IN"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Minutes</a:t>
                      </a:r>
                      <a:endParaRPr lang="en-US" sz="1800" dirty="0">
                        <a:latin typeface="PT Serif" panose="020A0603040505020204" pitchFamily="18" charset="0"/>
                      </a:endParaRPr>
                    </a:p>
                    <a:p>
                      <a:endParaRPr lang="en-IN"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Positive Values</a:t>
                      </a:r>
                      <a:endParaRPr lang="en-US" sz="1800" dirty="0">
                        <a:latin typeface="PT Serif" panose="020A0603040505020204" pitchFamily="18" charset="0"/>
                      </a:endParaRPr>
                    </a:p>
                    <a:p>
                      <a:endParaRPr lang="en-IN" dirty="0">
                        <a:latin typeface="PT Serif" panose="020A0603040505020204" pitchFamily="18" charset="0"/>
                      </a:endParaRPr>
                    </a:p>
                  </a:txBody>
                  <a:tcPr/>
                </a:tc>
                <a:extLst>
                  <a:ext uri="{0D108BD9-81ED-4DB2-BD59-A6C34878D82A}">
                    <a16:rowId xmlns:a16="http://schemas.microsoft.com/office/drawing/2014/main" val="3924635077"/>
                  </a:ext>
                </a:extLst>
              </a:tr>
            </a:tbl>
          </a:graphicData>
        </a:graphic>
      </p:graphicFrame>
    </p:spTree>
    <p:extLst>
      <p:ext uri="{BB962C8B-B14F-4D97-AF65-F5344CB8AC3E}">
        <p14:creationId xmlns:p14="http://schemas.microsoft.com/office/powerpoint/2010/main" val="41780332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8B98C1-B27C-5819-0113-1FCB0DF357CD}"/>
              </a:ext>
            </a:extLst>
          </p:cNvPr>
          <p:cNvSpPr>
            <a:spLocks noGrp="1"/>
          </p:cNvSpPr>
          <p:nvPr>
            <p:ph type="title"/>
          </p:nvPr>
        </p:nvSpPr>
        <p:spPr>
          <a:xfrm>
            <a:off x="1295400" y="535424"/>
            <a:ext cx="13656055" cy="569387"/>
          </a:xfrm>
        </p:spPr>
        <p:txBody>
          <a:bodyPr/>
          <a:lstStyle/>
          <a:p>
            <a:r>
              <a:rPr lang="en-US" sz="3600" dirty="0"/>
              <a:t>PCA :Variance Explained ( Based on Correlation Matrix)</a:t>
            </a:r>
            <a:endParaRPr lang="en-IN" sz="3600" dirty="0"/>
          </a:p>
        </p:txBody>
      </p:sp>
      <p:sp>
        <p:nvSpPr>
          <p:cNvPr id="4" name="TextBox 3">
            <a:extLst>
              <a:ext uri="{FF2B5EF4-FFF2-40B4-BE49-F238E27FC236}">
                <a16:creationId xmlns:a16="http://schemas.microsoft.com/office/drawing/2014/main" id="{157298DF-CECB-448D-4708-03BA9E26D367}"/>
              </a:ext>
            </a:extLst>
          </p:cNvPr>
          <p:cNvSpPr txBox="1"/>
          <p:nvPr/>
        </p:nvSpPr>
        <p:spPr>
          <a:xfrm>
            <a:off x="1295400" y="1600200"/>
            <a:ext cx="12039600" cy="6695487"/>
          </a:xfrm>
          <a:prstGeom prst="rect">
            <a:avLst/>
          </a:prstGeom>
          <a:noFill/>
        </p:spPr>
        <p:txBody>
          <a:bodyPr wrap="square">
            <a:spAutoFit/>
          </a:bodyPr>
          <a:lstStyle/>
          <a:p>
            <a:pPr>
              <a:lnSpc>
                <a:spcPct val="150000"/>
              </a:lnSpc>
              <a:buClr>
                <a:srgbClr val="000000"/>
              </a:buClr>
              <a:buSzPts val="1200"/>
            </a:pPr>
            <a:r>
              <a:rPr lang="en-US" sz="2400" dirty="0">
                <a:solidFill>
                  <a:schemeClr val="tx1"/>
                </a:solidFill>
                <a:latin typeface="PT Serif" panose="020A0603040505020204" pitchFamily="18" charset="0"/>
                <a:ea typeface="Consolas"/>
                <a:cs typeface="Consolas"/>
                <a:sym typeface="Consolas"/>
              </a:rPr>
              <a:t># Output:</a:t>
            </a:r>
          </a:p>
          <a:p>
            <a:pPr>
              <a:lnSpc>
                <a:spcPct val="150000"/>
              </a:lnSpc>
              <a:buClr>
                <a:srgbClr val="000000"/>
              </a:buClr>
              <a:buSzPts val="1200"/>
            </a:pPr>
            <a:endParaRPr lang="en-US" dirty="0">
              <a:solidFill>
                <a:schemeClr val="tx1"/>
              </a:solidFill>
              <a:latin typeface="PT Serif" panose="020A0603040505020204" pitchFamily="18" charset="0"/>
              <a:ea typeface="Consolas"/>
              <a:cs typeface="Consolas"/>
              <a:sym typeface="Consolas"/>
            </a:endParaRPr>
          </a:p>
          <a:p>
            <a:pPr>
              <a:lnSpc>
                <a:spcPct val="150000"/>
              </a:lnSpc>
              <a:buClr>
                <a:srgbClr val="000000"/>
              </a:buClr>
              <a:buSzPts val="1200"/>
            </a:pPr>
            <a:endParaRPr lang="en-US" dirty="0">
              <a:solidFill>
                <a:schemeClr val="tx1"/>
              </a:solidFill>
              <a:latin typeface="PT Serif" panose="020A0603040505020204" pitchFamily="18" charset="0"/>
              <a:ea typeface="Consolas"/>
              <a:cs typeface="Consolas"/>
              <a:sym typeface="Consolas"/>
            </a:endParaRPr>
          </a:p>
          <a:p>
            <a:pPr>
              <a:lnSpc>
                <a:spcPct val="150000"/>
              </a:lnSpc>
              <a:buClr>
                <a:srgbClr val="000000"/>
              </a:buClr>
              <a:buSzPts val="1200"/>
            </a:pPr>
            <a:endParaRPr lang="en-US" dirty="0">
              <a:solidFill>
                <a:schemeClr val="tx1"/>
              </a:solidFill>
              <a:latin typeface="PT Serif" panose="020A0603040505020204" pitchFamily="18" charset="0"/>
              <a:ea typeface="Consolas"/>
              <a:cs typeface="Consolas"/>
              <a:sym typeface="Consolas"/>
            </a:endParaRPr>
          </a:p>
          <a:p>
            <a:pPr>
              <a:lnSpc>
                <a:spcPct val="150000"/>
              </a:lnSpc>
              <a:buClr>
                <a:srgbClr val="000000"/>
              </a:buClr>
              <a:buSzPts val="1200"/>
            </a:pPr>
            <a:endParaRPr lang="en-US" dirty="0">
              <a:solidFill>
                <a:schemeClr val="tx1"/>
              </a:solidFill>
              <a:latin typeface="PT Serif" panose="020A0603040505020204" pitchFamily="18" charset="0"/>
              <a:ea typeface="Consolas"/>
              <a:cs typeface="Consolas"/>
              <a:sym typeface="Consolas"/>
            </a:endParaRPr>
          </a:p>
          <a:p>
            <a:pPr>
              <a:lnSpc>
                <a:spcPct val="150000"/>
              </a:lnSpc>
              <a:buClr>
                <a:srgbClr val="000000"/>
              </a:buClr>
              <a:buSzPts val="1200"/>
            </a:pPr>
            <a:endParaRPr lang="en-US" dirty="0">
              <a:solidFill>
                <a:schemeClr val="tx1"/>
              </a:solidFill>
              <a:latin typeface="PT Serif" panose="020A0603040505020204" pitchFamily="18" charset="0"/>
              <a:ea typeface="Consolas"/>
              <a:cs typeface="Consolas"/>
              <a:sym typeface="Consolas"/>
            </a:endParaRPr>
          </a:p>
          <a:p>
            <a:pPr>
              <a:lnSpc>
                <a:spcPct val="150000"/>
              </a:lnSpc>
              <a:buClr>
                <a:srgbClr val="000000"/>
              </a:buClr>
              <a:buSzPts val="1500"/>
            </a:pPr>
            <a:endParaRPr lang="en-US" sz="2400" b="1" dirty="0">
              <a:solidFill>
                <a:schemeClr val="tx1"/>
              </a:solidFill>
              <a:latin typeface="PT Serif" panose="020A0603040505020204" pitchFamily="18" charset="0"/>
              <a:ea typeface="Arial"/>
              <a:cs typeface="Arial"/>
              <a:sym typeface="Arial"/>
            </a:endParaRPr>
          </a:p>
          <a:p>
            <a:pPr>
              <a:lnSpc>
                <a:spcPct val="150000"/>
              </a:lnSpc>
              <a:buClr>
                <a:srgbClr val="000000"/>
              </a:buClr>
              <a:buSzPts val="1500"/>
            </a:pPr>
            <a:r>
              <a:rPr lang="en-US" sz="2400" b="1" dirty="0">
                <a:solidFill>
                  <a:schemeClr val="tx1"/>
                </a:solidFill>
                <a:latin typeface="PT Serif" panose="020A0603040505020204" pitchFamily="18" charset="0"/>
                <a:ea typeface="Arial"/>
                <a:cs typeface="Arial"/>
                <a:sym typeface="Arial"/>
              </a:rPr>
              <a:t>Interpretation:</a:t>
            </a:r>
            <a:endParaRPr lang="en-US" sz="2400" dirty="0">
              <a:solidFill>
                <a:schemeClr val="tx1"/>
              </a:solidFill>
              <a:latin typeface="PT Serif" panose="020A0603040505020204" pitchFamily="18" charset="0"/>
              <a:ea typeface="Arial"/>
              <a:cs typeface="Arial"/>
              <a:sym typeface="Arial"/>
            </a:endParaRPr>
          </a:p>
          <a:p>
            <a:pPr>
              <a:lnSpc>
                <a:spcPct val="150000"/>
              </a:lnSpc>
              <a:buClr>
                <a:srgbClr val="000000"/>
              </a:buClr>
              <a:buSzPts val="1500"/>
            </a:pPr>
            <a:endParaRPr lang="en-US" b="1" dirty="0">
              <a:solidFill>
                <a:schemeClr val="tx1"/>
              </a:solidFill>
              <a:latin typeface="PT Serif" panose="020A0603040505020204" pitchFamily="18" charset="0"/>
              <a:ea typeface="Arial"/>
              <a:cs typeface="Arial"/>
              <a:sym typeface="Arial"/>
            </a:endParaRPr>
          </a:p>
          <a:p>
            <a:pPr marL="406400" indent="-396240">
              <a:lnSpc>
                <a:spcPct val="150000"/>
              </a:lnSpc>
              <a:buClr>
                <a:srgbClr val="807E84"/>
              </a:buClr>
              <a:buSzPts val="900"/>
              <a:buFont typeface="Noto Sans Symbols"/>
              <a:buChar char="⮚"/>
            </a:pPr>
            <a:r>
              <a:rPr lang="en-US" dirty="0">
                <a:solidFill>
                  <a:schemeClr val="tx1"/>
                </a:solidFill>
                <a:latin typeface="PT Serif" panose="020A0603040505020204" pitchFamily="18" charset="0"/>
                <a:ea typeface="Arial"/>
                <a:cs typeface="Arial"/>
                <a:sym typeface="Arial"/>
              </a:rPr>
              <a:t>summary gives </a:t>
            </a:r>
            <a:r>
              <a:rPr lang="en-US" b="1" dirty="0">
                <a:solidFill>
                  <a:schemeClr val="tx1"/>
                </a:solidFill>
                <a:latin typeface="PT Serif" panose="020A0603040505020204" pitchFamily="18" charset="0"/>
                <a:ea typeface="Arial"/>
                <a:cs typeface="Arial"/>
                <a:sym typeface="Arial"/>
              </a:rPr>
              <a:t>std. deviation (</a:t>
            </a:r>
            <a:r>
              <a:rPr lang="en-US" b="1" dirty="0" err="1">
                <a:solidFill>
                  <a:schemeClr val="tx1"/>
                </a:solidFill>
                <a:latin typeface="PT Serif" panose="020A0603040505020204" pitchFamily="18" charset="0"/>
                <a:ea typeface="Arial"/>
                <a:cs typeface="Arial"/>
                <a:sym typeface="Arial"/>
              </a:rPr>
              <a:t>sd</a:t>
            </a:r>
            <a:r>
              <a:rPr lang="en-US" b="1" dirty="0">
                <a:solidFill>
                  <a:schemeClr val="tx1"/>
                </a:solidFill>
                <a:latin typeface="PT Serif" panose="020A0603040505020204" pitchFamily="18" charset="0"/>
                <a:ea typeface="Arial"/>
                <a:cs typeface="Arial"/>
                <a:sym typeface="Arial"/>
              </a:rPr>
              <a:t>), proportion of variance and cumulative proportion</a:t>
            </a:r>
            <a:r>
              <a:rPr lang="en-US" dirty="0">
                <a:solidFill>
                  <a:schemeClr val="tx1"/>
                </a:solidFill>
                <a:latin typeface="PT Serif" panose="020A0603040505020204" pitchFamily="18" charset="0"/>
                <a:ea typeface="Arial"/>
                <a:cs typeface="Arial"/>
                <a:sym typeface="Arial"/>
              </a:rPr>
              <a:t>. Variance is nothing but the Eigenvalue of correlation matrix.</a:t>
            </a:r>
          </a:p>
          <a:p>
            <a:pPr>
              <a:lnSpc>
                <a:spcPct val="150000"/>
              </a:lnSpc>
              <a:buClr>
                <a:srgbClr val="000000"/>
              </a:buClr>
              <a:buSzPts val="1500"/>
            </a:pPr>
            <a:endParaRPr lang="en-US" dirty="0">
              <a:solidFill>
                <a:schemeClr val="tx1"/>
              </a:solidFill>
              <a:latin typeface="PT Serif" panose="020A0603040505020204" pitchFamily="18" charset="0"/>
              <a:ea typeface="Arial"/>
              <a:cs typeface="Arial"/>
              <a:sym typeface="Arial"/>
            </a:endParaRPr>
          </a:p>
          <a:p>
            <a:pPr marL="406400" indent="-396240">
              <a:lnSpc>
                <a:spcPct val="150000"/>
              </a:lnSpc>
              <a:buClr>
                <a:srgbClr val="807E84"/>
              </a:buClr>
              <a:buSzPts val="900"/>
              <a:buFont typeface="Noto Sans Symbols"/>
              <a:buChar char="⮚"/>
            </a:pPr>
            <a:r>
              <a:rPr lang="en-US" dirty="0">
                <a:solidFill>
                  <a:schemeClr val="tx1"/>
                </a:solidFill>
                <a:latin typeface="PT Serif" panose="020A0603040505020204" pitchFamily="18" charset="0"/>
                <a:ea typeface="Arial"/>
                <a:cs typeface="Arial"/>
                <a:sym typeface="Arial"/>
              </a:rPr>
              <a:t>First Principal Component explains 83% of the variation. Note that 8 PC’s are derived using 8 variables but first PC explains most of the variation.</a:t>
            </a:r>
          </a:p>
          <a:p>
            <a:pPr>
              <a:lnSpc>
                <a:spcPct val="150000"/>
              </a:lnSpc>
              <a:buClr>
                <a:srgbClr val="000000"/>
              </a:buClr>
              <a:buSzPts val="1200"/>
            </a:pPr>
            <a:endParaRPr lang="en-US" dirty="0">
              <a:solidFill>
                <a:schemeClr val="tx1"/>
              </a:solidFill>
              <a:latin typeface="PT Serif" panose="020A0603040505020204" pitchFamily="18" charset="0"/>
              <a:ea typeface="Consolas"/>
              <a:cs typeface="Consolas"/>
              <a:sym typeface="Consolas"/>
            </a:endParaRPr>
          </a:p>
        </p:txBody>
      </p:sp>
      <p:pic>
        <p:nvPicPr>
          <p:cNvPr id="5" name="Google Shape;1219;p117">
            <a:extLst>
              <a:ext uri="{FF2B5EF4-FFF2-40B4-BE49-F238E27FC236}">
                <a16:creationId xmlns:a16="http://schemas.microsoft.com/office/drawing/2014/main" id="{EEDDBD1C-F6A9-489F-C882-8810C89453B0}"/>
              </a:ext>
            </a:extLst>
          </p:cNvPr>
          <p:cNvPicPr preferRelativeResize="0"/>
          <p:nvPr/>
        </p:nvPicPr>
        <p:blipFill rotWithShape="1">
          <a:blip r:embed="rId2">
            <a:alphaModFix/>
          </a:blip>
          <a:srcRect/>
          <a:stretch/>
        </p:blipFill>
        <p:spPr>
          <a:xfrm>
            <a:off x="1600200" y="2209800"/>
            <a:ext cx="9358619" cy="2137410"/>
          </a:xfrm>
          <a:prstGeom prst="rect">
            <a:avLst/>
          </a:prstGeom>
          <a:noFill/>
          <a:ln w="9525" cap="flat" cmpd="sng">
            <a:solidFill>
              <a:schemeClr val="accent1"/>
            </a:solidFill>
            <a:prstDash val="solid"/>
            <a:round/>
            <a:headEnd type="none" w="sm" len="sm"/>
            <a:tailEnd type="none" w="sm" len="sm"/>
          </a:ln>
        </p:spPr>
      </p:pic>
      <p:sp>
        <p:nvSpPr>
          <p:cNvPr id="6" name="Google Shape;1220;p117">
            <a:extLst>
              <a:ext uri="{FF2B5EF4-FFF2-40B4-BE49-F238E27FC236}">
                <a16:creationId xmlns:a16="http://schemas.microsoft.com/office/drawing/2014/main" id="{C80A1AB7-ED53-E09D-1CB9-377CDAA23987}"/>
              </a:ext>
            </a:extLst>
          </p:cNvPr>
          <p:cNvSpPr/>
          <p:nvPr/>
        </p:nvSpPr>
        <p:spPr>
          <a:xfrm>
            <a:off x="9525000" y="2438399"/>
            <a:ext cx="1280160" cy="233817"/>
          </a:xfrm>
          <a:prstGeom prst="rect">
            <a:avLst/>
          </a:prstGeom>
          <a:noFill/>
          <a:ln w="28575" cap="flat" cmpd="sng">
            <a:solidFill>
              <a:srgbClr val="F88631"/>
            </a:solidFill>
            <a:prstDash val="solid"/>
            <a:round/>
            <a:headEnd type="none" w="sm" len="sm"/>
            <a:tailEnd type="none" w="sm" len="sm"/>
          </a:ln>
        </p:spPr>
        <p:txBody>
          <a:bodyPr spcFirstLastPara="1" wrap="square" lIns="109720" tIns="54840" rIns="109720" bIns="54840" anchor="ctr" anchorCtr="0">
            <a:noAutofit/>
          </a:bodyPr>
          <a:lstStyle/>
          <a:p>
            <a:pPr algn="ctr">
              <a:buClr>
                <a:srgbClr val="000000"/>
              </a:buClr>
              <a:buSzPts val="1800"/>
            </a:pPr>
            <a:endParaRPr sz="2880">
              <a:solidFill>
                <a:schemeClr val="lt1"/>
              </a:solidFill>
              <a:latin typeface="PT Serif" panose="020A0603040505020204" pitchFamily="18" charset="0"/>
              <a:ea typeface="Open Sans Light"/>
              <a:cs typeface="Open Sans Light"/>
              <a:sym typeface="Open Sans Light"/>
            </a:endParaRPr>
          </a:p>
        </p:txBody>
      </p:sp>
    </p:spTree>
    <p:extLst>
      <p:ext uri="{BB962C8B-B14F-4D97-AF65-F5344CB8AC3E}">
        <p14:creationId xmlns:p14="http://schemas.microsoft.com/office/powerpoint/2010/main" val="10889487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8B98C1-B27C-5819-0113-1FCB0DF357CD}"/>
              </a:ext>
            </a:extLst>
          </p:cNvPr>
          <p:cNvSpPr>
            <a:spLocks noGrp="1"/>
          </p:cNvSpPr>
          <p:nvPr>
            <p:ph type="title"/>
          </p:nvPr>
        </p:nvSpPr>
        <p:spPr>
          <a:xfrm>
            <a:off x="1295400" y="535424"/>
            <a:ext cx="13656055" cy="569387"/>
          </a:xfrm>
        </p:spPr>
        <p:txBody>
          <a:bodyPr/>
          <a:lstStyle/>
          <a:p>
            <a:r>
              <a:rPr lang="en-US" sz="3600" dirty="0"/>
              <a:t>PCA: Loadings Matrix</a:t>
            </a:r>
            <a:endParaRPr lang="en-IN" sz="3600" dirty="0"/>
          </a:p>
        </p:txBody>
      </p:sp>
      <p:sp>
        <p:nvSpPr>
          <p:cNvPr id="4" name="TextBox 3">
            <a:extLst>
              <a:ext uri="{FF2B5EF4-FFF2-40B4-BE49-F238E27FC236}">
                <a16:creationId xmlns:a16="http://schemas.microsoft.com/office/drawing/2014/main" id="{157298DF-CECB-448D-4708-03BA9E26D367}"/>
              </a:ext>
            </a:extLst>
          </p:cNvPr>
          <p:cNvSpPr txBox="1"/>
          <p:nvPr/>
        </p:nvSpPr>
        <p:spPr>
          <a:xfrm>
            <a:off x="1295400" y="1371600"/>
            <a:ext cx="12649200" cy="7388754"/>
          </a:xfrm>
          <a:prstGeom prst="rect">
            <a:avLst/>
          </a:prstGeom>
          <a:noFill/>
        </p:spPr>
        <p:txBody>
          <a:bodyPr wrap="square">
            <a:spAutoFit/>
          </a:bodyPr>
          <a:lstStyle/>
          <a:p>
            <a:pPr>
              <a:lnSpc>
                <a:spcPct val="150000"/>
              </a:lnSpc>
              <a:buClr>
                <a:srgbClr val="000000"/>
              </a:buClr>
              <a:buSzPts val="1200"/>
            </a:pPr>
            <a:r>
              <a:rPr lang="en-US" sz="2400" dirty="0">
                <a:solidFill>
                  <a:schemeClr val="tx1"/>
                </a:solidFill>
                <a:latin typeface="PT Serif" panose="020A0603040505020204" pitchFamily="18" charset="0"/>
                <a:ea typeface="Consolas"/>
                <a:cs typeface="Consolas"/>
                <a:sym typeface="Consolas"/>
              </a:rPr>
              <a:t>#Component Loadings</a:t>
            </a:r>
            <a:endParaRPr lang="en-US" sz="2400" dirty="0">
              <a:solidFill>
                <a:schemeClr val="tx1"/>
              </a:solidFill>
              <a:latin typeface="PT Serif" panose="020A0603040505020204" pitchFamily="18" charset="0"/>
              <a:ea typeface="Arial"/>
              <a:cs typeface="Arial"/>
              <a:sym typeface="Arial"/>
            </a:endParaRPr>
          </a:p>
          <a:p>
            <a:pPr>
              <a:lnSpc>
                <a:spcPct val="150000"/>
              </a:lnSpc>
              <a:buClr>
                <a:srgbClr val="000000"/>
              </a:buClr>
              <a:buSzPts val="1200"/>
            </a:pPr>
            <a:endParaRPr lang="en-US" dirty="0">
              <a:solidFill>
                <a:schemeClr val="tx1"/>
              </a:solidFill>
              <a:latin typeface="PT Serif" panose="020A0603040505020204" pitchFamily="18" charset="0"/>
              <a:ea typeface="Consolas"/>
              <a:cs typeface="Consolas"/>
              <a:sym typeface="Consolas"/>
            </a:endParaRPr>
          </a:p>
          <a:p>
            <a:pPr>
              <a:lnSpc>
                <a:spcPct val="150000"/>
              </a:lnSpc>
              <a:buClr>
                <a:srgbClr val="000000"/>
              </a:buClr>
              <a:buSzPts val="1200"/>
            </a:pPr>
            <a:endParaRPr lang="en-US" dirty="0">
              <a:solidFill>
                <a:schemeClr val="tx1"/>
              </a:solidFill>
              <a:latin typeface="PT Serif" panose="020A0603040505020204" pitchFamily="18" charset="0"/>
              <a:ea typeface="Consolas"/>
              <a:cs typeface="Consolas"/>
              <a:sym typeface="Consolas"/>
            </a:endParaRPr>
          </a:p>
          <a:p>
            <a:pPr>
              <a:lnSpc>
                <a:spcPct val="150000"/>
              </a:lnSpc>
              <a:buClr>
                <a:srgbClr val="000000"/>
              </a:buClr>
              <a:buSzPts val="1200"/>
            </a:pPr>
            <a:endParaRPr lang="en-US" dirty="0">
              <a:solidFill>
                <a:schemeClr val="tx1"/>
              </a:solidFill>
              <a:latin typeface="PT Serif" panose="020A0603040505020204" pitchFamily="18" charset="0"/>
              <a:ea typeface="Consolas"/>
              <a:cs typeface="Consolas"/>
              <a:sym typeface="Consolas"/>
            </a:endParaRPr>
          </a:p>
          <a:p>
            <a:pPr>
              <a:lnSpc>
                <a:spcPct val="150000"/>
              </a:lnSpc>
              <a:buClr>
                <a:srgbClr val="000000"/>
              </a:buClr>
              <a:buSzPts val="1200"/>
            </a:pPr>
            <a:endParaRPr lang="en-US" dirty="0">
              <a:solidFill>
                <a:schemeClr val="tx1"/>
              </a:solidFill>
              <a:latin typeface="PT Serif" panose="020A0603040505020204" pitchFamily="18" charset="0"/>
              <a:ea typeface="Consolas"/>
              <a:cs typeface="Consolas"/>
              <a:sym typeface="Consolas"/>
            </a:endParaRPr>
          </a:p>
          <a:p>
            <a:pPr>
              <a:lnSpc>
                <a:spcPct val="150000"/>
              </a:lnSpc>
              <a:buClr>
                <a:srgbClr val="000000"/>
              </a:buClr>
              <a:buSzPts val="1200"/>
            </a:pPr>
            <a:endParaRPr lang="en-US" dirty="0">
              <a:solidFill>
                <a:schemeClr val="tx1"/>
              </a:solidFill>
              <a:latin typeface="PT Serif" panose="020A0603040505020204" pitchFamily="18" charset="0"/>
              <a:ea typeface="Consolas"/>
              <a:cs typeface="Consolas"/>
              <a:sym typeface="Consolas"/>
            </a:endParaRPr>
          </a:p>
          <a:p>
            <a:pPr>
              <a:lnSpc>
                <a:spcPct val="150000"/>
              </a:lnSpc>
              <a:buClr>
                <a:srgbClr val="000000"/>
              </a:buClr>
              <a:buSzPts val="1200"/>
            </a:pPr>
            <a:endParaRPr lang="en-US" dirty="0">
              <a:solidFill>
                <a:schemeClr val="tx1"/>
              </a:solidFill>
              <a:latin typeface="PT Serif" panose="020A0603040505020204" pitchFamily="18" charset="0"/>
              <a:ea typeface="Consolas"/>
              <a:cs typeface="Consolas"/>
              <a:sym typeface="Consolas"/>
            </a:endParaRPr>
          </a:p>
          <a:p>
            <a:pPr>
              <a:lnSpc>
                <a:spcPct val="150000"/>
              </a:lnSpc>
              <a:buClr>
                <a:srgbClr val="000000"/>
              </a:buClr>
              <a:buSzPts val="1800"/>
            </a:pPr>
            <a:r>
              <a:rPr lang="en-US" sz="2400" b="1" dirty="0">
                <a:solidFill>
                  <a:schemeClr val="tx1"/>
                </a:solidFill>
                <a:latin typeface="PT Serif" panose="020A0603040505020204" pitchFamily="18" charset="0"/>
                <a:ea typeface="Arial"/>
                <a:cs typeface="Arial"/>
                <a:sym typeface="Arial"/>
              </a:rPr>
              <a:t>Interpretation:</a:t>
            </a:r>
            <a:endParaRPr lang="en-US" sz="2400" dirty="0">
              <a:solidFill>
                <a:schemeClr val="tx1"/>
              </a:solidFill>
              <a:latin typeface="PT Serif" panose="020A0603040505020204" pitchFamily="18" charset="0"/>
              <a:ea typeface="Arial"/>
              <a:cs typeface="Arial"/>
              <a:sym typeface="Arial"/>
            </a:endParaRPr>
          </a:p>
          <a:p>
            <a:pPr marL="406400" indent="-406400">
              <a:lnSpc>
                <a:spcPct val="150000"/>
              </a:lnSpc>
              <a:buClr>
                <a:srgbClr val="807E84"/>
              </a:buClr>
              <a:buSzPts val="1500"/>
              <a:buFont typeface="Noto Sans Symbols"/>
              <a:buChar char="⮚"/>
            </a:pPr>
            <a:r>
              <a:rPr lang="en-US" dirty="0">
                <a:solidFill>
                  <a:schemeClr val="tx1"/>
                </a:solidFill>
                <a:latin typeface="PT Serif" panose="020A0603040505020204" pitchFamily="18" charset="0"/>
                <a:ea typeface="Arial"/>
                <a:cs typeface="Arial"/>
                <a:sym typeface="Arial"/>
              </a:rPr>
              <a:t>First Principal Component can be interpreted as ‘general athletics skill’ since all variables have similar loadings.</a:t>
            </a:r>
          </a:p>
          <a:p>
            <a:pPr marL="406400" indent="-406400">
              <a:lnSpc>
                <a:spcPct val="150000"/>
              </a:lnSpc>
              <a:buClr>
                <a:srgbClr val="807E84"/>
              </a:buClr>
              <a:buSzPts val="1500"/>
              <a:buFont typeface="Noto Sans Symbols"/>
              <a:buChar char="⮚"/>
            </a:pPr>
            <a:r>
              <a:rPr lang="en-US" dirty="0">
                <a:solidFill>
                  <a:schemeClr val="tx1"/>
                </a:solidFill>
                <a:latin typeface="PT Serif" panose="020A0603040505020204" pitchFamily="18" charset="0"/>
                <a:ea typeface="DM Sans" pitchFamily="34" charset="-122"/>
                <a:cs typeface="DM Sans" pitchFamily="34" charset="-120"/>
              </a:rPr>
              <a:t>The loadings represent the coefficients (weights) for each original variable in the linear combination that forms the principal component. When all loadings are similar in magnitude, it indicates that the principal component is a balanced combination of all original variables.</a:t>
            </a:r>
          </a:p>
          <a:p>
            <a:pPr marL="406400" indent="-406400">
              <a:lnSpc>
                <a:spcPct val="150000"/>
              </a:lnSpc>
              <a:buClr>
                <a:srgbClr val="807E84"/>
              </a:buClr>
              <a:buSzPts val="1500"/>
              <a:buFont typeface="Noto Sans Symbols"/>
              <a:buChar char="⮚"/>
            </a:pPr>
            <a:r>
              <a:rPr lang="en-US" dirty="0">
                <a:solidFill>
                  <a:schemeClr val="tx1"/>
                </a:solidFill>
                <a:latin typeface="PT Serif" panose="020A0603040505020204" pitchFamily="18" charset="0"/>
                <a:ea typeface="DM Sans" pitchFamily="34" charset="-122"/>
                <a:cs typeface="DM Sans" pitchFamily="34" charset="-120"/>
              </a:rPr>
              <a:t>In this athletics case, all eight running events contribute roughly equally to the first principal component, suggesting it captures overall athletic performance rather than specialization in any particular event.</a:t>
            </a:r>
            <a:endParaRPr lang="en-US" dirty="0">
              <a:solidFill>
                <a:schemeClr val="tx1"/>
              </a:solidFill>
              <a:latin typeface="PT Serif" panose="020A0603040505020204" pitchFamily="18" charset="0"/>
            </a:endParaRPr>
          </a:p>
          <a:p>
            <a:pPr marL="406400" indent="-406400">
              <a:lnSpc>
                <a:spcPct val="150000"/>
              </a:lnSpc>
              <a:buClr>
                <a:srgbClr val="807E84"/>
              </a:buClr>
              <a:buSzPts val="1500"/>
              <a:buFont typeface="Noto Sans Symbols"/>
              <a:buChar char="⮚"/>
            </a:pPr>
            <a:endParaRPr lang="en-US" dirty="0">
              <a:solidFill>
                <a:schemeClr val="tx1"/>
              </a:solidFill>
              <a:latin typeface="PT Serif" panose="020A0603040505020204" pitchFamily="18" charset="0"/>
            </a:endParaRPr>
          </a:p>
          <a:p>
            <a:pPr marL="406400" indent="-406400">
              <a:lnSpc>
                <a:spcPct val="150000"/>
              </a:lnSpc>
              <a:buClr>
                <a:srgbClr val="807E84"/>
              </a:buClr>
              <a:buSzPts val="1500"/>
              <a:buFont typeface="Noto Sans Symbols"/>
              <a:buChar char="⮚"/>
            </a:pPr>
            <a:endParaRPr lang="en-US" dirty="0">
              <a:solidFill>
                <a:schemeClr val="tx1"/>
              </a:solidFill>
              <a:latin typeface="PT Serif" panose="020A0603040505020204" pitchFamily="18" charset="0"/>
              <a:ea typeface="Arial"/>
              <a:cs typeface="Arial"/>
              <a:sym typeface="Arial"/>
            </a:endParaRPr>
          </a:p>
          <a:p>
            <a:pPr>
              <a:lnSpc>
                <a:spcPct val="150000"/>
              </a:lnSpc>
              <a:buClr>
                <a:srgbClr val="000000"/>
              </a:buClr>
              <a:buSzPts val="1200"/>
            </a:pPr>
            <a:endParaRPr lang="en-US" dirty="0">
              <a:solidFill>
                <a:schemeClr val="tx1"/>
              </a:solidFill>
              <a:latin typeface="PT Serif" panose="020A0603040505020204" pitchFamily="18" charset="0"/>
              <a:ea typeface="Consolas"/>
              <a:cs typeface="Consolas"/>
              <a:sym typeface="Consolas"/>
            </a:endParaRPr>
          </a:p>
        </p:txBody>
      </p:sp>
      <p:pic>
        <p:nvPicPr>
          <p:cNvPr id="6" name="Google Shape;1228;p118">
            <a:extLst>
              <a:ext uri="{FF2B5EF4-FFF2-40B4-BE49-F238E27FC236}">
                <a16:creationId xmlns:a16="http://schemas.microsoft.com/office/drawing/2014/main" id="{26A215DD-A858-135E-77C9-99E4E4108D15}"/>
              </a:ext>
            </a:extLst>
          </p:cNvPr>
          <p:cNvPicPr preferRelativeResize="0"/>
          <p:nvPr/>
        </p:nvPicPr>
        <p:blipFill rotWithShape="1">
          <a:blip r:embed="rId2">
            <a:alphaModFix/>
          </a:blip>
          <a:srcRect/>
          <a:stretch/>
        </p:blipFill>
        <p:spPr>
          <a:xfrm>
            <a:off x="2460841" y="2209800"/>
            <a:ext cx="9708717" cy="2091690"/>
          </a:xfrm>
          <a:prstGeom prst="rect">
            <a:avLst/>
          </a:prstGeom>
          <a:noFill/>
          <a:ln w="9525" cap="flat" cmpd="sng">
            <a:solidFill>
              <a:schemeClr val="accent1"/>
            </a:solidFill>
            <a:prstDash val="solid"/>
            <a:round/>
            <a:headEnd type="none" w="sm" len="sm"/>
            <a:tailEnd type="none" w="sm" len="sm"/>
          </a:ln>
        </p:spPr>
      </p:pic>
    </p:spTree>
    <p:extLst>
      <p:ext uri="{BB962C8B-B14F-4D97-AF65-F5344CB8AC3E}">
        <p14:creationId xmlns:p14="http://schemas.microsoft.com/office/powerpoint/2010/main" val="4874986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BBC08-F70B-FED5-3592-7570DC4EF2CB}"/>
              </a:ext>
            </a:extLst>
          </p:cNvPr>
          <p:cNvSpPr>
            <a:spLocks noGrp="1"/>
          </p:cNvSpPr>
          <p:nvPr>
            <p:ph type="title"/>
          </p:nvPr>
        </p:nvSpPr>
        <p:spPr>
          <a:xfrm>
            <a:off x="715108" y="381000"/>
            <a:ext cx="13656055" cy="553998"/>
          </a:xfrm>
        </p:spPr>
        <p:txBody>
          <a:bodyPr/>
          <a:lstStyle/>
          <a:p>
            <a:r>
              <a:rPr lang="en-US" sz="3600" dirty="0">
                <a:solidFill>
                  <a:srgbClr val="020202"/>
                </a:solidFill>
                <a:latin typeface="PT Serif" pitchFamily="34" charset="0"/>
                <a:ea typeface="PT Serif" pitchFamily="34" charset="-122"/>
                <a:cs typeface="PT Serif" pitchFamily="34" charset="-120"/>
              </a:rPr>
              <a:t>Scree Plot Analysis</a:t>
            </a:r>
            <a:endParaRPr lang="en-IN" sz="3200" dirty="0"/>
          </a:p>
        </p:txBody>
      </p:sp>
      <p:sp>
        <p:nvSpPr>
          <p:cNvPr id="4" name="TextBox 3">
            <a:extLst>
              <a:ext uri="{FF2B5EF4-FFF2-40B4-BE49-F238E27FC236}">
                <a16:creationId xmlns:a16="http://schemas.microsoft.com/office/drawing/2014/main" id="{255C22DF-FCDB-5824-AADC-286F41B1F42A}"/>
              </a:ext>
            </a:extLst>
          </p:cNvPr>
          <p:cNvSpPr txBox="1"/>
          <p:nvPr/>
        </p:nvSpPr>
        <p:spPr>
          <a:xfrm>
            <a:off x="685800" y="1295400"/>
            <a:ext cx="8153400" cy="2649636"/>
          </a:xfrm>
          <a:prstGeom prst="rect">
            <a:avLst/>
          </a:prstGeom>
          <a:noFill/>
        </p:spPr>
        <p:txBody>
          <a:bodyPr wrap="square">
            <a:spAutoFit/>
          </a:bodyPr>
          <a:lstStyle/>
          <a:p>
            <a:pPr marL="0" indent="0" algn="l">
              <a:lnSpc>
                <a:spcPts val="4100"/>
              </a:lnSpc>
              <a:buNone/>
            </a:pPr>
            <a:r>
              <a:rPr lang="en-US" sz="2400" dirty="0">
                <a:solidFill>
                  <a:schemeClr val="tx1"/>
                </a:solidFill>
                <a:latin typeface="PT Serif" panose="020A0603040505020204" pitchFamily="18" charset="0"/>
                <a:ea typeface="PT Serif" pitchFamily="34" charset="-122"/>
                <a:cs typeface="PT Serif" pitchFamily="34" charset="-120"/>
              </a:rPr>
              <a:t>Scree Plot: plot the principal components vs. variances</a:t>
            </a:r>
          </a:p>
          <a:p>
            <a:pPr algn="l">
              <a:lnSpc>
                <a:spcPts val="4100"/>
              </a:lnSpc>
            </a:pPr>
            <a:r>
              <a:rPr lang="en-US" sz="2400" dirty="0">
                <a:solidFill>
                  <a:schemeClr val="tx1"/>
                </a:solidFill>
                <a:latin typeface="PT Serif" panose="020A0603040505020204" pitchFamily="18" charset="0"/>
                <a:ea typeface="PT Serif" pitchFamily="34" charset="-122"/>
                <a:cs typeface="PT Serif" pitchFamily="34" charset="-120"/>
              </a:rPr>
              <a:t>Interpretation:</a:t>
            </a:r>
            <a:endParaRPr lang="en-US" sz="2400" dirty="0">
              <a:solidFill>
                <a:schemeClr val="tx1"/>
              </a:solidFill>
              <a:latin typeface="PT Serif" panose="020A0603040505020204" pitchFamily="18" charset="0"/>
            </a:endParaRPr>
          </a:p>
          <a:p>
            <a:pPr algn="l">
              <a:lnSpc>
                <a:spcPts val="4100"/>
              </a:lnSpc>
            </a:pPr>
            <a:r>
              <a:rPr lang="en-US" sz="1800" b="1" dirty="0">
                <a:solidFill>
                  <a:schemeClr val="tx1"/>
                </a:solidFill>
                <a:latin typeface="PT Serif" panose="020A0603040505020204" pitchFamily="18" charset="0"/>
                <a:ea typeface="DM Sans" pitchFamily="34" charset="-122"/>
                <a:cs typeface="DM Sans" pitchFamily="34" charset="-120"/>
              </a:rPr>
              <a:t>First Principal Component is sufficient in explaining the maximum variation.</a:t>
            </a:r>
            <a:endParaRPr lang="en-US" sz="1800" dirty="0">
              <a:solidFill>
                <a:schemeClr val="tx1"/>
              </a:solidFill>
              <a:latin typeface="PT Serif" panose="020A0603040505020204" pitchFamily="18" charset="0"/>
            </a:endParaRPr>
          </a:p>
          <a:p>
            <a:pPr marL="0" indent="0" algn="l">
              <a:lnSpc>
                <a:spcPts val="4100"/>
              </a:lnSpc>
              <a:buNone/>
            </a:pPr>
            <a:endParaRPr lang="en-US" sz="1800" dirty="0">
              <a:solidFill>
                <a:schemeClr val="tx1"/>
              </a:solidFill>
              <a:latin typeface="PT Serif" panose="020A0603040505020204" pitchFamily="18" charset="0"/>
            </a:endParaRPr>
          </a:p>
        </p:txBody>
      </p:sp>
      <p:pic>
        <p:nvPicPr>
          <p:cNvPr id="5" name="Google Shape;1253;p120">
            <a:extLst>
              <a:ext uri="{FF2B5EF4-FFF2-40B4-BE49-F238E27FC236}">
                <a16:creationId xmlns:a16="http://schemas.microsoft.com/office/drawing/2014/main" id="{0722296F-252B-01BD-388E-05E6205487C6}"/>
              </a:ext>
            </a:extLst>
          </p:cNvPr>
          <p:cNvPicPr preferRelativeResize="0"/>
          <p:nvPr/>
        </p:nvPicPr>
        <p:blipFill rotWithShape="1">
          <a:blip r:embed="rId2">
            <a:alphaModFix/>
          </a:blip>
          <a:srcRect/>
          <a:stretch/>
        </p:blipFill>
        <p:spPr>
          <a:xfrm>
            <a:off x="9198864" y="716505"/>
            <a:ext cx="5431536" cy="3534275"/>
          </a:xfrm>
          <a:prstGeom prst="rect">
            <a:avLst/>
          </a:prstGeom>
          <a:noFill/>
          <a:ln w="9525" cap="flat" cmpd="sng">
            <a:solidFill>
              <a:schemeClr val="accent1"/>
            </a:solidFill>
            <a:prstDash val="solid"/>
            <a:round/>
            <a:headEnd type="none" w="sm" len="sm"/>
            <a:tailEnd type="none" w="sm" len="sm"/>
          </a:ln>
        </p:spPr>
      </p:pic>
      <p:sp>
        <p:nvSpPr>
          <p:cNvPr id="7" name="TextBox 6">
            <a:extLst>
              <a:ext uri="{FF2B5EF4-FFF2-40B4-BE49-F238E27FC236}">
                <a16:creationId xmlns:a16="http://schemas.microsoft.com/office/drawing/2014/main" id="{FD89A739-DE37-7259-7BF0-4F9FF6D28BEC}"/>
              </a:ext>
            </a:extLst>
          </p:cNvPr>
          <p:cNvSpPr txBox="1"/>
          <p:nvPr/>
        </p:nvSpPr>
        <p:spPr>
          <a:xfrm>
            <a:off x="715107" y="4470821"/>
            <a:ext cx="13656055" cy="2649636"/>
          </a:xfrm>
          <a:prstGeom prst="rect">
            <a:avLst/>
          </a:prstGeom>
          <a:noFill/>
        </p:spPr>
        <p:txBody>
          <a:bodyPr wrap="square">
            <a:spAutoFit/>
          </a:bodyPr>
          <a:lstStyle/>
          <a:p>
            <a:pPr algn="l">
              <a:lnSpc>
                <a:spcPts val="4100"/>
              </a:lnSpc>
            </a:pPr>
            <a:r>
              <a:rPr lang="en-US" sz="1800" dirty="0">
                <a:solidFill>
                  <a:schemeClr val="tx1"/>
                </a:solidFill>
                <a:latin typeface="PT Serif" panose="020A0603040505020204" pitchFamily="18" charset="0"/>
                <a:ea typeface="DM Sans" pitchFamily="34" charset="-122"/>
                <a:cs typeface="DM Sans" pitchFamily="34" charset="-120"/>
              </a:rPr>
              <a:t>The scree plot visually displays the eigenvalues (variances) associated with each principal component. The plot typically shows a steep decline followed by a leveling off, creating an "elbow" shape.</a:t>
            </a:r>
            <a:endParaRPr lang="en-US" sz="1800" dirty="0">
              <a:solidFill>
                <a:schemeClr val="tx1"/>
              </a:solidFill>
              <a:latin typeface="PT Serif" panose="020A0603040505020204" pitchFamily="18" charset="0"/>
            </a:endParaRPr>
          </a:p>
          <a:p>
            <a:pPr algn="l">
              <a:lnSpc>
                <a:spcPts val="4100"/>
              </a:lnSpc>
            </a:pPr>
            <a:r>
              <a:rPr lang="en-US" sz="1800" dirty="0">
                <a:solidFill>
                  <a:schemeClr val="tx1"/>
                </a:solidFill>
                <a:latin typeface="PT Serif" panose="020A0603040505020204" pitchFamily="18" charset="0"/>
                <a:ea typeface="DM Sans" pitchFamily="34" charset="-122"/>
                <a:cs typeface="DM Sans" pitchFamily="34" charset="-120"/>
              </a:rPr>
              <a:t>In this athletics dataset, the first principal component has a dramatically higher eigenvalue than the remaining components, indicating it captures the vast majority of variance. The subsequent components add relatively little additional information, confirming that dimensionality reduction from 8 variables to 1 principal component is highly effective.</a:t>
            </a:r>
            <a:endParaRPr lang="en-US" sz="1800" dirty="0">
              <a:solidFill>
                <a:schemeClr val="tx1"/>
              </a:solidFill>
              <a:latin typeface="PT Serif" panose="020A0603040505020204" pitchFamily="18" charset="0"/>
            </a:endParaRPr>
          </a:p>
        </p:txBody>
      </p:sp>
    </p:spTree>
    <p:extLst>
      <p:ext uri="{BB962C8B-B14F-4D97-AF65-F5344CB8AC3E}">
        <p14:creationId xmlns:p14="http://schemas.microsoft.com/office/powerpoint/2010/main" val="8331821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BBC08-F70B-FED5-3592-7570DC4EF2CB}"/>
              </a:ext>
            </a:extLst>
          </p:cNvPr>
          <p:cNvSpPr>
            <a:spLocks noGrp="1"/>
          </p:cNvSpPr>
          <p:nvPr>
            <p:ph type="title"/>
          </p:nvPr>
        </p:nvSpPr>
        <p:spPr>
          <a:xfrm>
            <a:off x="715108" y="381000"/>
            <a:ext cx="13656055" cy="417743"/>
          </a:xfrm>
        </p:spPr>
        <p:txBody>
          <a:bodyPr/>
          <a:lstStyle/>
          <a:p>
            <a:pPr marL="0" indent="0" algn="l">
              <a:lnSpc>
                <a:spcPts val="3100"/>
              </a:lnSpc>
              <a:buNone/>
            </a:pPr>
            <a:r>
              <a:rPr lang="en-US" sz="3600" dirty="0">
                <a:solidFill>
                  <a:schemeClr val="tx1"/>
                </a:solidFill>
                <a:ea typeface="DM Sans" pitchFamily="34" charset="-122"/>
                <a:cs typeface="DM Sans" pitchFamily="34" charset="-120"/>
              </a:rPr>
              <a:t>The principal components are uncorrelated</a:t>
            </a:r>
            <a:endParaRPr lang="en-US" sz="3600" dirty="0">
              <a:solidFill>
                <a:schemeClr val="tx1"/>
              </a:solidFill>
            </a:endParaRPr>
          </a:p>
        </p:txBody>
      </p:sp>
      <p:sp>
        <p:nvSpPr>
          <p:cNvPr id="4" name="TextBox 3">
            <a:extLst>
              <a:ext uri="{FF2B5EF4-FFF2-40B4-BE49-F238E27FC236}">
                <a16:creationId xmlns:a16="http://schemas.microsoft.com/office/drawing/2014/main" id="{255C22DF-FCDB-5824-AADC-286F41B1F42A}"/>
              </a:ext>
            </a:extLst>
          </p:cNvPr>
          <p:cNvSpPr txBox="1"/>
          <p:nvPr/>
        </p:nvSpPr>
        <p:spPr>
          <a:xfrm>
            <a:off x="487173" y="4307351"/>
            <a:ext cx="13656054" cy="3787768"/>
          </a:xfrm>
          <a:prstGeom prst="rect">
            <a:avLst/>
          </a:prstGeom>
          <a:noFill/>
        </p:spPr>
        <p:txBody>
          <a:bodyPr wrap="square">
            <a:spAutoFit/>
          </a:bodyPr>
          <a:lstStyle/>
          <a:p>
            <a:pPr marL="0" indent="0" algn="l">
              <a:lnSpc>
                <a:spcPct val="150000"/>
              </a:lnSpc>
              <a:buNone/>
            </a:pPr>
            <a:r>
              <a:rPr lang="en-US" dirty="0">
                <a:solidFill>
                  <a:schemeClr val="tx1"/>
                </a:solidFill>
                <a:latin typeface="PT Serif" panose="020A0603040505020204" pitchFamily="18" charset="0"/>
                <a:ea typeface="DM Sans" pitchFamily="34" charset="-122"/>
                <a:cs typeface="DM Sans" pitchFamily="34" charset="-120"/>
              </a:rPr>
              <a:t>One of the fundamental properties of PCA is that the derived principal components are mathematically guaranteed to be uncorrelated (orthogonal) with each other. This can be verified by computing the correlation matrix of the principal component scores.</a:t>
            </a:r>
          </a:p>
          <a:p>
            <a:pPr algn="l">
              <a:lnSpc>
                <a:spcPct val="150000"/>
              </a:lnSpc>
            </a:pPr>
            <a:r>
              <a:rPr lang="en-US" dirty="0">
                <a:solidFill>
                  <a:schemeClr val="tx1"/>
                </a:solidFill>
                <a:latin typeface="PT Serif" panose="020A0603040505020204" pitchFamily="18" charset="0"/>
                <a:ea typeface="DM Sans" pitchFamily="34" charset="-122"/>
                <a:cs typeface="DM Sans" pitchFamily="34" charset="-120"/>
              </a:rPr>
              <a:t>The correlation matrix should show values of 1.0 on the diagonal (each component perfectly correlated with itself) and values of 0.0 (or very close to 0.0 due to rounding) for all off-diagonal elements, confirming zero correlation between different principal components.</a:t>
            </a:r>
            <a:endParaRPr lang="en-US" dirty="0">
              <a:solidFill>
                <a:schemeClr val="tx1"/>
              </a:solidFill>
              <a:latin typeface="PT Serif" panose="020A0603040505020204" pitchFamily="18" charset="0"/>
            </a:endParaRPr>
          </a:p>
          <a:p>
            <a:pPr algn="l">
              <a:lnSpc>
                <a:spcPct val="150000"/>
              </a:lnSpc>
            </a:pPr>
            <a:r>
              <a:rPr lang="en-US" dirty="0">
                <a:solidFill>
                  <a:schemeClr val="tx1"/>
                </a:solidFill>
                <a:latin typeface="PT Serif" panose="020A0603040505020204" pitchFamily="18" charset="0"/>
                <a:ea typeface="DM Sans" pitchFamily="34" charset="-122"/>
                <a:cs typeface="DM Sans" pitchFamily="34" charset="-120"/>
              </a:rPr>
              <a:t>This orthogonality property ensures that each principal component captures unique, non-redundant information from the original dataset, making PCA an effective technique for data reduction and feature extraction.</a:t>
            </a:r>
            <a:endParaRPr lang="en-US" dirty="0">
              <a:solidFill>
                <a:schemeClr val="tx1"/>
              </a:solidFill>
              <a:latin typeface="PT Serif" panose="020A0603040505020204" pitchFamily="18" charset="0"/>
            </a:endParaRPr>
          </a:p>
          <a:p>
            <a:pPr marL="0" indent="0" algn="l">
              <a:lnSpc>
                <a:spcPct val="150000"/>
              </a:lnSpc>
              <a:buNone/>
            </a:pPr>
            <a:endParaRPr lang="en-US" dirty="0">
              <a:solidFill>
                <a:schemeClr val="tx1"/>
              </a:solidFill>
              <a:latin typeface="PT Serif" panose="020A0603040505020204" pitchFamily="18" charset="0"/>
            </a:endParaRPr>
          </a:p>
        </p:txBody>
      </p:sp>
      <p:pic>
        <p:nvPicPr>
          <p:cNvPr id="6" name="Google Shape;1274;p122">
            <a:extLst>
              <a:ext uri="{FF2B5EF4-FFF2-40B4-BE49-F238E27FC236}">
                <a16:creationId xmlns:a16="http://schemas.microsoft.com/office/drawing/2014/main" id="{C7DD092C-BDBD-7605-2EBC-60725576CD17}"/>
              </a:ext>
            </a:extLst>
          </p:cNvPr>
          <p:cNvPicPr preferRelativeResize="0"/>
          <p:nvPr/>
        </p:nvPicPr>
        <p:blipFill rotWithShape="1">
          <a:blip r:embed="rId2">
            <a:alphaModFix/>
          </a:blip>
          <a:srcRect/>
          <a:stretch/>
        </p:blipFill>
        <p:spPr>
          <a:xfrm>
            <a:off x="3352800" y="1282837"/>
            <a:ext cx="6688178" cy="3024514"/>
          </a:xfrm>
          <a:prstGeom prst="rect">
            <a:avLst/>
          </a:prstGeom>
          <a:noFill/>
          <a:ln w="9525" cap="flat" cmpd="sng">
            <a:solidFill>
              <a:schemeClr val="accent1"/>
            </a:solidFill>
            <a:prstDash val="solid"/>
            <a:round/>
            <a:headEnd type="none" w="sm" len="sm"/>
            <a:tailEnd type="none" w="sm" len="sm"/>
          </a:ln>
        </p:spPr>
      </p:pic>
    </p:spTree>
    <p:extLst>
      <p:ext uri="{BB962C8B-B14F-4D97-AF65-F5344CB8AC3E}">
        <p14:creationId xmlns:p14="http://schemas.microsoft.com/office/powerpoint/2010/main" val="5606459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01538" y="-152400"/>
            <a:ext cx="13656055" cy="969548"/>
          </a:xfrm>
          <a:prstGeom prst="rect">
            <a:avLst/>
          </a:prstGeom>
        </p:spPr>
        <p:txBody>
          <a:bodyPr vert="horz" wrap="square" lIns="0" tIns="439471" rIns="0" bIns="0" rtlCol="0">
            <a:spAutoFit/>
          </a:bodyPr>
          <a:lstStyle/>
          <a:p>
            <a:pPr marL="0" indent="0" algn="l">
              <a:lnSpc>
                <a:spcPts val="4100"/>
              </a:lnSpc>
              <a:buNone/>
            </a:pPr>
            <a:r>
              <a:rPr lang="en-US" sz="3600" dirty="0">
                <a:solidFill>
                  <a:srgbClr val="020202"/>
                </a:solidFill>
                <a:ea typeface="PT Serif" pitchFamily="34" charset="-122"/>
                <a:cs typeface="PT Serif" pitchFamily="34" charset="-120"/>
              </a:rPr>
              <a:t>How PCA is Used in Further Analysis</a:t>
            </a:r>
            <a:endParaRPr lang="en-US" sz="3600" dirty="0"/>
          </a:p>
        </p:txBody>
      </p:sp>
      <p:sp>
        <p:nvSpPr>
          <p:cNvPr id="13" name="Shape 5">
            <a:extLst>
              <a:ext uri="{FF2B5EF4-FFF2-40B4-BE49-F238E27FC236}">
                <a16:creationId xmlns:a16="http://schemas.microsoft.com/office/drawing/2014/main" id="{E7C49C67-C298-4068-CA76-A4C08A84BF5C}"/>
              </a:ext>
            </a:extLst>
          </p:cNvPr>
          <p:cNvSpPr/>
          <p:nvPr/>
        </p:nvSpPr>
        <p:spPr>
          <a:xfrm>
            <a:off x="5241878" y="2619537"/>
            <a:ext cx="4164095" cy="5457660"/>
          </a:xfrm>
          <a:prstGeom prst="roundRect">
            <a:avLst>
              <a:gd name="adj" fmla="val 1410"/>
            </a:avLst>
          </a:prstGeom>
          <a:solidFill>
            <a:srgbClr val="F2EEEE"/>
          </a:solidFill>
          <a:ln/>
        </p:spPr>
      </p:sp>
      <p:sp>
        <p:nvSpPr>
          <p:cNvPr id="14" name="Text 6">
            <a:extLst>
              <a:ext uri="{FF2B5EF4-FFF2-40B4-BE49-F238E27FC236}">
                <a16:creationId xmlns:a16="http://schemas.microsoft.com/office/drawing/2014/main" id="{BEBCEDAE-A091-212D-F1FD-EBC293DAA8C5}"/>
              </a:ext>
            </a:extLst>
          </p:cNvPr>
          <p:cNvSpPr/>
          <p:nvPr/>
        </p:nvSpPr>
        <p:spPr>
          <a:xfrm>
            <a:off x="5520703" y="2867484"/>
            <a:ext cx="3699498" cy="4865280"/>
          </a:xfrm>
          <a:prstGeom prst="rect">
            <a:avLst/>
          </a:prstGeom>
          <a:noFill/>
          <a:ln/>
        </p:spPr>
        <p:txBody>
          <a:bodyPr wrap="square" lIns="0" tIns="0" rIns="0" bIns="0" rtlCol="0" anchor="t"/>
          <a:lstStyle/>
          <a:p>
            <a:pPr marL="0" indent="0" algn="l">
              <a:lnSpc>
                <a:spcPct val="150000"/>
              </a:lnSpc>
              <a:buNone/>
            </a:pPr>
            <a:r>
              <a:rPr lang="en-US" sz="2400" dirty="0">
                <a:solidFill>
                  <a:srgbClr val="383838"/>
                </a:solidFill>
                <a:latin typeface="PT Serif" panose="020A0603040505020204" pitchFamily="18" charset="0"/>
                <a:ea typeface="PT Serif" pitchFamily="34" charset="-122"/>
                <a:cs typeface="PT Serif" pitchFamily="34" charset="-120"/>
              </a:rPr>
              <a:t>Regression Modeling</a:t>
            </a:r>
          </a:p>
          <a:p>
            <a:pPr algn="l">
              <a:lnSpc>
                <a:spcPct val="150000"/>
              </a:lnSpc>
            </a:pPr>
            <a:r>
              <a:rPr lang="en-US" sz="1800" dirty="0">
                <a:solidFill>
                  <a:srgbClr val="383838"/>
                </a:solidFill>
                <a:latin typeface="PT Serif" panose="020A0603040505020204" pitchFamily="18" charset="0"/>
                <a:ea typeface="DM Sans" pitchFamily="34" charset="-122"/>
                <a:cs typeface="DM Sans" pitchFamily="34" charset="-120"/>
              </a:rPr>
              <a:t>Principal Component Regression (PCR) addresses multicollinearity issues by using uncorrelated PCs as predictors instead of original variables. This stabilizes coefficient estimates, reduces overfitting, and improves model generalization. PCR is particularly valuable when predictor variables are highly correlated.</a:t>
            </a:r>
            <a:endParaRPr lang="en-US" sz="1800" dirty="0">
              <a:latin typeface="PT Serif" panose="020A0603040505020204" pitchFamily="18" charset="0"/>
            </a:endParaRPr>
          </a:p>
          <a:p>
            <a:pPr marL="0" indent="0" algn="l">
              <a:lnSpc>
                <a:spcPct val="150000"/>
              </a:lnSpc>
              <a:buNone/>
            </a:pPr>
            <a:endParaRPr lang="en-US" sz="1800" dirty="0">
              <a:latin typeface="PT Serif" panose="020A0603040505020204" pitchFamily="18" charset="0"/>
            </a:endParaRPr>
          </a:p>
        </p:txBody>
      </p:sp>
      <p:sp>
        <p:nvSpPr>
          <p:cNvPr id="15" name="Text 7">
            <a:extLst>
              <a:ext uri="{FF2B5EF4-FFF2-40B4-BE49-F238E27FC236}">
                <a16:creationId xmlns:a16="http://schemas.microsoft.com/office/drawing/2014/main" id="{36221D7B-8D1F-CF5A-6FD1-DA6DD3F7C3CC}"/>
              </a:ext>
            </a:extLst>
          </p:cNvPr>
          <p:cNvSpPr/>
          <p:nvPr/>
        </p:nvSpPr>
        <p:spPr>
          <a:xfrm>
            <a:off x="5643399" y="4426088"/>
            <a:ext cx="3818692" cy="1270159"/>
          </a:xfrm>
          <a:prstGeom prst="rect">
            <a:avLst/>
          </a:prstGeom>
          <a:noFill/>
          <a:ln/>
        </p:spPr>
        <p:txBody>
          <a:bodyPr wrap="square" lIns="0" tIns="0" rIns="0" bIns="0" rtlCol="0" anchor="t"/>
          <a:lstStyle/>
          <a:p>
            <a:pPr marL="0" indent="0" algn="l">
              <a:lnSpc>
                <a:spcPts val="2500"/>
              </a:lnSpc>
              <a:buNone/>
            </a:pPr>
            <a:endParaRPr lang="en-US" dirty="0">
              <a:latin typeface="PT Serif" panose="020A0603040505020204" pitchFamily="18" charset="0"/>
            </a:endParaRPr>
          </a:p>
        </p:txBody>
      </p:sp>
      <p:sp>
        <p:nvSpPr>
          <p:cNvPr id="16" name="Shape 8">
            <a:extLst>
              <a:ext uri="{FF2B5EF4-FFF2-40B4-BE49-F238E27FC236}">
                <a16:creationId xmlns:a16="http://schemas.microsoft.com/office/drawing/2014/main" id="{56E40DDF-DB35-15B5-6D48-502B983E2206}"/>
              </a:ext>
            </a:extLst>
          </p:cNvPr>
          <p:cNvSpPr/>
          <p:nvPr/>
        </p:nvSpPr>
        <p:spPr>
          <a:xfrm>
            <a:off x="10198113" y="2666684"/>
            <a:ext cx="3818573" cy="5410513"/>
          </a:xfrm>
          <a:prstGeom prst="roundRect">
            <a:avLst>
              <a:gd name="adj" fmla="val 1410"/>
            </a:avLst>
          </a:prstGeom>
          <a:solidFill>
            <a:srgbClr val="F2EEEE"/>
          </a:solidFill>
          <a:ln/>
        </p:spPr>
      </p:sp>
      <p:sp>
        <p:nvSpPr>
          <p:cNvPr id="17" name="Text 9">
            <a:extLst>
              <a:ext uri="{FF2B5EF4-FFF2-40B4-BE49-F238E27FC236}">
                <a16:creationId xmlns:a16="http://schemas.microsoft.com/office/drawing/2014/main" id="{A0DABD8D-9C74-8096-EA52-80379EDA21AF}"/>
              </a:ext>
            </a:extLst>
          </p:cNvPr>
          <p:cNvSpPr/>
          <p:nvPr/>
        </p:nvSpPr>
        <p:spPr>
          <a:xfrm>
            <a:off x="10415506" y="2867484"/>
            <a:ext cx="3347385" cy="2313740"/>
          </a:xfrm>
          <a:prstGeom prst="rect">
            <a:avLst/>
          </a:prstGeom>
          <a:noFill/>
          <a:ln/>
        </p:spPr>
        <p:txBody>
          <a:bodyPr wrap="square" lIns="0" tIns="0" rIns="0" bIns="0" rtlCol="0" anchor="t"/>
          <a:lstStyle/>
          <a:p>
            <a:pPr marL="0" indent="0" algn="l">
              <a:lnSpc>
                <a:spcPct val="150000"/>
              </a:lnSpc>
              <a:buNone/>
            </a:pPr>
            <a:r>
              <a:rPr lang="en-US" sz="2400" dirty="0">
                <a:solidFill>
                  <a:srgbClr val="383838"/>
                </a:solidFill>
                <a:latin typeface="PT Serif" panose="020A0603040505020204" pitchFamily="18" charset="0"/>
                <a:ea typeface="PT Serif" pitchFamily="34" charset="-122"/>
                <a:cs typeface="PT Serif" pitchFamily="34" charset="-120"/>
              </a:rPr>
              <a:t>Scoring and Ranking</a:t>
            </a:r>
          </a:p>
          <a:p>
            <a:pPr algn="l">
              <a:lnSpc>
                <a:spcPct val="150000"/>
              </a:lnSpc>
            </a:pPr>
            <a:r>
              <a:rPr lang="en-US" sz="1800" dirty="0">
                <a:solidFill>
                  <a:srgbClr val="383838"/>
                </a:solidFill>
                <a:latin typeface="PT Serif" panose="020A0603040505020204" pitchFamily="18" charset="0"/>
                <a:ea typeface="DM Sans" pitchFamily="34" charset="-122"/>
                <a:cs typeface="DM Sans" pitchFamily="34" charset="-120"/>
              </a:rPr>
              <a:t>PCA enables creation of composite scores for complex constructs. The first principal component often serves as a weighted index combining multiple variables. This is widely used for creating performance scores, risk indices, quality metrics, and ranking systems across industries from finance to healthcare.</a:t>
            </a:r>
            <a:endParaRPr lang="en-US" sz="1800" dirty="0">
              <a:latin typeface="PT Serif" panose="020A0603040505020204" pitchFamily="18" charset="0"/>
            </a:endParaRPr>
          </a:p>
          <a:p>
            <a:pPr marL="0" indent="0" algn="l">
              <a:lnSpc>
                <a:spcPct val="150000"/>
              </a:lnSpc>
              <a:buNone/>
            </a:pPr>
            <a:endParaRPr lang="en-US" sz="1800" dirty="0">
              <a:latin typeface="PT Serif" panose="020A0603040505020204" pitchFamily="18" charset="0"/>
            </a:endParaRPr>
          </a:p>
        </p:txBody>
      </p:sp>
      <p:sp>
        <p:nvSpPr>
          <p:cNvPr id="18" name="Text 10">
            <a:extLst>
              <a:ext uri="{FF2B5EF4-FFF2-40B4-BE49-F238E27FC236}">
                <a16:creationId xmlns:a16="http://schemas.microsoft.com/office/drawing/2014/main" id="{A28AB057-DF06-4518-36F1-6697D1A50CCF}"/>
              </a:ext>
            </a:extLst>
          </p:cNvPr>
          <p:cNvSpPr/>
          <p:nvPr/>
        </p:nvSpPr>
        <p:spPr>
          <a:xfrm>
            <a:off x="10091671" y="3338696"/>
            <a:ext cx="3818573" cy="952619"/>
          </a:xfrm>
          <a:prstGeom prst="rect">
            <a:avLst/>
          </a:prstGeom>
          <a:noFill/>
          <a:ln/>
        </p:spPr>
        <p:txBody>
          <a:bodyPr wrap="square" lIns="0" tIns="0" rIns="0" bIns="0" rtlCol="0" anchor="t"/>
          <a:lstStyle/>
          <a:p>
            <a:pPr marL="0" indent="0" algn="l">
              <a:lnSpc>
                <a:spcPts val="2500"/>
              </a:lnSpc>
              <a:buNone/>
            </a:pPr>
            <a:endParaRPr lang="en-US" dirty="0">
              <a:latin typeface="PT Serif" panose="020A0603040505020204" pitchFamily="18" charset="0"/>
            </a:endParaRPr>
          </a:p>
        </p:txBody>
      </p:sp>
      <p:sp>
        <p:nvSpPr>
          <p:cNvPr id="21" name="Shape 2">
            <a:extLst>
              <a:ext uri="{FF2B5EF4-FFF2-40B4-BE49-F238E27FC236}">
                <a16:creationId xmlns:a16="http://schemas.microsoft.com/office/drawing/2014/main" id="{5FE26A02-BF48-BE3A-0BC6-D1E3F1CF2B05}"/>
              </a:ext>
            </a:extLst>
          </p:cNvPr>
          <p:cNvSpPr/>
          <p:nvPr/>
        </p:nvSpPr>
        <p:spPr>
          <a:xfrm>
            <a:off x="685800" y="2619538"/>
            <a:ext cx="3976821" cy="5457661"/>
          </a:xfrm>
          <a:prstGeom prst="roundRect">
            <a:avLst>
              <a:gd name="adj" fmla="val 1410"/>
            </a:avLst>
          </a:prstGeom>
          <a:solidFill>
            <a:srgbClr val="F2EEEE"/>
          </a:solidFill>
          <a:ln/>
        </p:spPr>
        <p:txBody>
          <a:bodyPr/>
          <a:lstStyle/>
          <a:p>
            <a:endParaRPr lang="en-IN" dirty="0">
              <a:latin typeface="PT Serif" panose="020A0603040505020204" pitchFamily="18" charset="0"/>
            </a:endParaRPr>
          </a:p>
        </p:txBody>
      </p:sp>
      <p:sp>
        <p:nvSpPr>
          <p:cNvPr id="22" name="Text 3">
            <a:extLst>
              <a:ext uri="{FF2B5EF4-FFF2-40B4-BE49-F238E27FC236}">
                <a16:creationId xmlns:a16="http://schemas.microsoft.com/office/drawing/2014/main" id="{14E2EBE4-A5A4-AC65-201B-5D66F292BE53}"/>
              </a:ext>
            </a:extLst>
          </p:cNvPr>
          <p:cNvSpPr/>
          <p:nvPr/>
        </p:nvSpPr>
        <p:spPr>
          <a:xfrm>
            <a:off x="838201" y="2867484"/>
            <a:ext cx="3626798" cy="2476441"/>
          </a:xfrm>
          <a:prstGeom prst="rect">
            <a:avLst/>
          </a:prstGeom>
          <a:noFill/>
          <a:ln/>
        </p:spPr>
        <p:txBody>
          <a:bodyPr wrap="square" lIns="0" tIns="0" rIns="0" bIns="0" rtlCol="0" anchor="t"/>
          <a:lstStyle/>
          <a:p>
            <a:pPr marL="0" indent="0" algn="l">
              <a:lnSpc>
                <a:spcPct val="150000"/>
              </a:lnSpc>
              <a:buNone/>
            </a:pPr>
            <a:r>
              <a:rPr lang="en-US" sz="2400" dirty="0">
                <a:solidFill>
                  <a:srgbClr val="383838"/>
                </a:solidFill>
                <a:latin typeface="PT Serif" panose="020A0603040505020204" pitchFamily="18" charset="0"/>
                <a:ea typeface="PT Serif" pitchFamily="34" charset="-122"/>
                <a:cs typeface="PT Serif" pitchFamily="34" charset="-120"/>
              </a:rPr>
              <a:t>Clustering Analysis</a:t>
            </a:r>
          </a:p>
          <a:p>
            <a:pPr algn="l">
              <a:lnSpc>
                <a:spcPct val="150000"/>
              </a:lnSpc>
            </a:pPr>
            <a:r>
              <a:rPr lang="en-US" sz="1800" dirty="0">
                <a:solidFill>
                  <a:srgbClr val="383838"/>
                </a:solidFill>
                <a:latin typeface="PT Serif" panose="020A0603040505020204" pitchFamily="18" charset="0"/>
                <a:ea typeface="DM Sans" pitchFamily="34" charset="-122"/>
                <a:cs typeface="DM Sans" pitchFamily="34" charset="-120"/>
              </a:rPr>
              <a:t>PCA improves clustering algorithms by reducing noise and computational complexity. K-means, hierarchical clustering, and DBSCAN perform more effectively in the reduced PC space, with clearer cluster separation and faster convergence. The principal components help identify natural groupings that might be obscured in high-dimensional space.</a:t>
            </a:r>
            <a:endParaRPr lang="en-US" sz="1800" dirty="0">
              <a:latin typeface="PT Serif" panose="020A0603040505020204" pitchFamily="18" charset="0"/>
            </a:endParaRPr>
          </a:p>
          <a:p>
            <a:pPr marL="0" indent="0" algn="l">
              <a:lnSpc>
                <a:spcPct val="150000"/>
              </a:lnSpc>
              <a:buNone/>
            </a:pPr>
            <a:endParaRPr lang="en-US" sz="1800" dirty="0">
              <a:latin typeface="PT Serif" panose="020A0603040505020204" pitchFamily="18" charset="0"/>
            </a:endParaRPr>
          </a:p>
        </p:txBody>
      </p:sp>
      <p:sp>
        <p:nvSpPr>
          <p:cNvPr id="12" name="TextBox 11">
            <a:extLst>
              <a:ext uri="{FF2B5EF4-FFF2-40B4-BE49-F238E27FC236}">
                <a16:creationId xmlns:a16="http://schemas.microsoft.com/office/drawing/2014/main" id="{FDC4DA48-35D7-6A07-2464-343D25168B61}"/>
              </a:ext>
            </a:extLst>
          </p:cNvPr>
          <p:cNvSpPr txBox="1"/>
          <p:nvPr/>
        </p:nvSpPr>
        <p:spPr>
          <a:xfrm>
            <a:off x="662354" y="1025319"/>
            <a:ext cx="13077091" cy="1294778"/>
          </a:xfrm>
          <a:prstGeom prst="rect">
            <a:avLst/>
          </a:prstGeom>
          <a:noFill/>
        </p:spPr>
        <p:txBody>
          <a:bodyPr wrap="square">
            <a:spAutoFit/>
          </a:bodyPr>
          <a:lstStyle/>
          <a:p>
            <a:pPr marL="0" indent="0" algn="l">
              <a:lnSpc>
                <a:spcPct val="150000"/>
              </a:lnSpc>
              <a:buNone/>
            </a:pPr>
            <a:r>
              <a:rPr lang="en-US" sz="1800" dirty="0">
                <a:solidFill>
                  <a:srgbClr val="383838"/>
                </a:solidFill>
                <a:latin typeface="PT Serif" panose="020A0603040505020204" pitchFamily="18" charset="0"/>
                <a:ea typeface="DM Sans" pitchFamily="34" charset="-122"/>
                <a:cs typeface="DM Sans" pitchFamily="34" charset="-120"/>
              </a:rPr>
              <a:t>Principal Component Analysis serves as a powerful preprocessing technique that enhances the performance and interpretability of downstream analytical methods. By reducing dimensionality while preserving information, PCA creates a transformed feature space that benefits multiple analytical approaches.</a:t>
            </a:r>
            <a:endParaRPr lang="en-US" sz="1800" dirty="0">
              <a:latin typeface="PT Serif" panose="020A0603040505020204" pitchFamily="18" charset="0"/>
            </a:endParaRPr>
          </a:p>
        </p:txBody>
      </p:sp>
    </p:spTree>
    <p:extLst>
      <p:ext uri="{BB962C8B-B14F-4D97-AF65-F5344CB8AC3E}">
        <p14:creationId xmlns:p14="http://schemas.microsoft.com/office/powerpoint/2010/main" val="35320418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 name="object 13">
            <a:extLst>
              <a:ext uri="{FF2B5EF4-FFF2-40B4-BE49-F238E27FC236}">
                <a16:creationId xmlns:a16="http://schemas.microsoft.com/office/drawing/2014/main" id="{ECC7638F-CE57-265B-8304-255BEF51AC71}"/>
              </a:ext>
            </a:extLst>
          </p:cNvPr>
          <p:cNvGrpSpPr/>
          <p:nvPr/>
        </p:nvGrpSpPr>
        <p:grpSpPr>
          <a:xfrm>
            <a:off x="5116471" y="1587442"/>
            <a:ext cx="4718986" cy="5956358"/>
            <a:chOff x="793788" y="4631308"/>
            <a:chExt cx="6437630" cy="2974340"/>
          </a:xfrm>
        </p:grpSpPr>
        <p:sp>
          <p:nvSpPr>
            <p:cNvPr id="31" name="object 15">
              <a:extLst>
                <a:ext uri="{FF2B5EF4-FFF2-40B4-BE49-F238E27FC236}">
                  <a16:creationId xmlns:a16="http://schemas.microsoft.com/office/drawing/2014/main" id="{C0C58B4E-8BC5-07C2-B2A5-8F5E82257562}"/>
                </a:ext>
              </a:extLst>
            </p:cNvPr>
            <p:cNvSpPr/>
            <p:nvPr/>
          </p:nvSpPr>
          <p:spPr>
            <a:xfrm>
              <a:off x="816648" y="4654167"/>
              <a:ext cx="6391910" cy="685318"/>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latin typeface="PT Serif" panose="020A0603040505020204" pitchFamily="18" charset="0"/>
              </a:endParaRPr>
            </a:p>
          </p:txBody>
        </p:sp>
        <p:sp>
          <p:nvSpPr>
            <p:cNvPr id="30" name="object 14">
              <a:extLst>
                <a:ext uri="{FF2B5EF4-FFF2-40B4-BE49-F238E27FC236}">
                  <a16:creationId xmlns:a16="http://schemas.microsoft.com/office/drawing/2014/main" id="{5435FD3A-5EC4-9F6C-4F21-47D5042F37B8}"/>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latin typeface="PT Serif" panose="020A0603040505020204" pitchFamily="18" charset="0"/>
              </a:endParaRPr>
            </a:p>
          </p:txBody>
        </p:sp>
      </p:grpSp>
      <p:grpSp>
        <p:nvGrpSpPr>
          <p:cNvPr id="32" name="object 13">
            <a:extLst>
              <a:ext uri="{FF2B5EF4-FFF2-40B4-BE49-F238E27FC236}">
                <a16:creationId xmlns:a16="http://schemas.microsoft.com/office/drawing/2014/main" id="{316B79C2-0084-6D29-58C4-A0BA282FB8B6}"/>
              </a:ext>
            </a:extLst>
          </p:cNvPr>
          <p:cNvGrpSpPr/>
          <p:nvPr/>
        </p:nvGrpSpPr>
        <p:grpSpPr>
          <a:xfrm>
            <a:off x="9954080" y="1587442"/>
            <a:ext cx="4382591" cy="5956358"/>
            <a:chOff x="793788" y="4631308"/>
            <a:chExt cx="6437630" cy="2974340"/>
          </a:xfrm>
        </p:grpSpPr>
        <p:sp>
          <p:nvSpPr>
            <p:cNvPr id="33" name="object 14">
              <a:extLst>
                <a:ext uri="{FF2B5EF4-FFF2-40B4-BE49-F238E27FC236}">
                  <a16:creationId xmlns:a16="http://schemas.microsoft.com/office/drawing/2014/main" id="{62217902-07B9-CB3E-14BE-5B41480EDC35}"/>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latin typeface="PT Serif" panose="020A0603040505020204" pitchFamily="18" charset="0"/>
              </a:endParaRPr>
            </a:p>
          </p:txBody>
        </p:sp>
        <p:sp>
          <p:nvSpPr>
            <p:cNvPr id="34" name="object 15">
              <a:extLst>
                <a:ext uri="{FF2B5EF4-FFF2-40B4-BE49-F238E27FC236}">
                  <a16:creationId xmlns:a16="http://schemas.microsoft.com/office/drawing/2014/main" id="{16C54A3B-48D1-B03B-1A3D-B17D54D0F728}"/>
                </a:ext>
              </a:extLst>
            </p:cNvPr>
            <p:cNvSpPr/>
            <p:nvPr/>
          </p:nvSpPr>
          <p:spPr>
            <a:xfrm>
              <a:off x="816648" y="4654167"/>
              <a:ext cx="6391910" cy="685318"/>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latin typeface="PT Serif" panose="020A0603040505020204" pitchFamily="18" charset="0"/>
              </a:endParaRPr>
            </a:p>
          </p:txBody>
        </p:sp>
      </p:grpSp>
      <p:grpSp>
        <p:nvGrpSpPr>
          <p:cNvPr id="19" name="object 13">
            <a:extLst>
              <a:ext uri="{FF2B5EF4-FFF2-40B4-BE49-F238E27FC236}">
                <a16:creationId xmlns:a16="http://schemas.microsoft.com/office/drawing/2014/main" id="{73ABA715-86F3-9E1F-F437-ADD9BE7A640A}"/>
              </a:ext>
            </a:extLst>
          </p:cNvPr>
          <p:cNvGrpSpPr/>
          <p:nvPr/>
        </p:nvGrpSpPr>
        <p:grpSpPr>
          <a:xfrm>
            <a:off x="429080" y="1587442"/>
            <a:ext cx="4382591" cy="5956358"/>
            <a:chOff x="793788" y="4631308"/>
            <a:chExt cx="6437630" cy="2974340"/>
          </a:xfrm>
        </p:grpSpPr>
        <p:sp>
          <p:nvSpPr>
            <p:cNvPr id="27" name="object 14">
              <a:extLst>
                <a:ext uri="{FF2B5EF4-FFF2-40B4-BE49-F238E27FC236}">
                  <a16:creationId xmlns:a16="http://schemas.microsoft.com/office/drawing/2014/main" id="{87BBA8D4-A27C-0114-C102-4010A718A2B9}"/>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latin typeface="PT Serif" panose="020A0603040505020204" pitchFamily="18" charset="0"/>
              </a:endParaRPr>
            </a:p>
          </p:txBody>
        </p:sp>
        <p:sp>
          <p:nvSpPr>
            <p:cNvPr id="28" name="object 15">
              <a:extLst>
                <a:ext uri="{FF2B5EF4-FFF2-40B4-BE49-F238E27FC236}">
                  <a16:creationId xmlns:a16="http://schemas.microsoft.com/office/drawing/2014/main" id="{43D9327E-A137-DE7F-9760-4036158DFD3A}"/>
                </a:ext>
              </a:extLst>
            </p:cNvPr>
            <p:cNvSpPr/>
            <p:nvPr/>
          </p:nvSpPr>
          <p:spPr>
            <a:xfrm>
              <a:off x="816648" y="4654167"/>
              <a:ext cx="6391910" cy="685318"/>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latin typeface="PT Serif" panose="020A0603040505020204" pitchFamily="18" charset="0"/>
              </a:endParaRPr>
            </a:p>
          </p:txBody>
        </p:sp>
      </p:grpSp>
      <p:sp>
        <p:nvSpPr>
          <p:cNvPr id="2" name="object 2"/>
          <p:cNvSpPr txBox="1">
            <a:spLocks noGrp="1"/>
          </p:cNvSpPr>
          <p:nvPr>
            <p:ph type="title"/>
          </p:nvPr>
        </p:nvSpPr>
        <p:spPr>
          <a:xfrm>
            <a:off x="603538" y="-17636"/>
            <a:ext cx="13656055" cy="1053866"/>
          </a:xfrm>
          <a:prstGeom prst="rect">
            <a:avLst/>
          </a:prstGeom>
        </p:spPr>
        <p:txBody>
          <a:bodyPr vert="horz" wrap="square" lIns="0" tIns="439471" rIns="0" bIns="0" rtlCol="0">
            <a:spAutoFit/>
          </a:bodyPr>
          <a:lstStyle/>
          <a:p>
            <a:pPr marL="0" indent="0" algn="l">
              <a:lnSpc>
                <a:spcPts val="5100"/>
              </a:lnSpc>
              <a:buNone/>
            </a:pPr>
            <a:r>
              <a:rPr lang="en-US" sz="3600" dirty="0">
                <a:solidFill>
                  <a:srgbClr val="020202"/>
                </a:solidFill>
                <a:ea typeface="PT Serif" pitchFamily="34" charset="-122"/>
                <a:cs typeface="PT Serif" pitchFamily="34" charset="-120"/>
              </a:rPr>
              <a:t>Key Takeaways</a:t>
            </a:r>
            <a:endParaRPr lang="en-US" sz="3600" dirty="0"/>
          </a:p>
        </p:txBody>
      </p:sp>
      <p:sp>
        <p:nvSpPr>
          <p:cNvPr id="14" name="Text 6">
            <a:extLst>
              <a:ext uri="{FF2B5EF4-FFF2-40B4-BE49-F238E27FC236}">
                <a16:creationId xmlns:a16="http://schemas.microsoft.com/office/drawing/2014/main" id="{BEBCEDAE-A091-212D-F1FD-EBC293DAA8C5}"/>
              </a:ext>
            </a:extLst>
          </p:cNvPr>
          <p:cNvSpPr/>
          <p:nvPr/>
        </p:nvSpPr>
        <p:spPr>
          <a:xfrm>
            <a:off x="5240270" y="1587442"/>
            <a:ext cx="4382592" cy="4865280"/>
          </a:xfrm>
          <a:prstGeom prst="rect">
            <a:avLst/>
          </a:prstGeom>
          <a:noFill/>
          <a:ln/>
        </p:spPr>
        <p:txBody>
          <a:bodyPr wrap="square" lIns="0" tIns="0" rIns="0" bIns="0" rtlCol="0" anchor="t"/>
          <a:lstStyle/>
          <a:p>
            <a:pPr marL="0" indent="0" algn="ctr">
              <a:lnSpc>
                <a:spcPct val="150000"/>
              </a:lnSpc>
              <a:buNone/>
            </a:pPr>
            <a:r>
              <a:rPr lang="en-US" sz="2400" dirty="0">
                <a:solidFill>
                  <a:srgbClr val="383838"/>
                </a:solidFill>
                <a:latin typeface="PT Serif" panose="020A0603040505020204" pitchFamily="18" charset="0"/>
                <a:ea typeface="PT Serif" pitchFamily="34" charset="-122"/>
                <a:cs typeface="PT Serif" pitchFamily="34" charset="-120"/>
              </a:rPr>
              <a:t>Information Preservation is Paramount</a:t>
            </a:r>
            <a:endParaRPr lang="en-US" sz="2400" dirty="0">
              <a:latin typeface="PT Serif" panose="020A0603040505020204" pitchFamily="18" charset="0"/>
            </a:endParaRPr>
          </a:p>
          <a:p>
            <a:pPr marL="0" indent="0" algn="l">
              <a:lnSpc>
                <a:spcPct val="150000"/>
              </a:lnSpc>
              <a:buNone/>
            </a:pPr>
            <a:endParaRPr lang="en-US" sz="2400" dirty="0">
              <a:latin typeface="PT Serif" panose="020A0603040505020204" pitchFamily="18" charset="0"/>
            </a:endParaRPr>
          </a:p>
          <a:p>
            <a:pPr marL="0" indent="0" algn="l">
              <a:lnSpc>
                <a:spcPct val="150000"/>
              </a:lnSpc>
              <a:buNone/>
            </a:pPr>
            <a:r>
              <a:rPr lang="en-US" sz="1800" dirty="0">
                <a:solidFill>
                  <a:srgbClr val="383838"/>
                </a:solidFill>
                <a:latin typeface="PT Serif" panose="020A0603040505020204" pitchFamily="18" charset="0"/>
                <a:ea typeface="DM Sans" pitchFamily="34" charset="-122"/>
                <a:cs typeface="DM Sans" pitchFamily="34" charset="-120"/>
              </a:rPr>
              <a:t>The fundamental principle of PCA is to reduce data without losing information. The first few principal components typically explain 80-90% of total variance, allowing dramatic dimensionality reduction while maintaining the essence of the original dataset. Always validate that retained components explain sufficient variance.</a:t>
            </a:r>
            <a:endParaRPr lang="en-US" sz="1800" dirty="0">
              <a:latin typeface="PT Serif" panose="020A0603040505020204" pitchFamily="18" charset="0"/>
            </a:endParaRPr>
          </a:p>
          <a:p>
            <a:pPr algn="l">
              <a:lnSpc>
                <a:spcPct val="150000"/>
              </a:lnSpc>
            </a:pPr>
            <a:r>
              <a:rPr lang="en-US" dirty="0">
                <a:latin typeface="PT Serif" panose="020A0603040505020204" pitchFamily="18" charset="0"/>
              </a:rPr>
              <a:t>	</a:t>
            </a:r>
          </a:p>
          <a:p>
            <a:pPr algn="l">
              <a:lnSpc>
                <a:spcPct val="150000"/>
              </a:lnSpc>
            </a:pPr>
            <a:endParaRPr lang="en-US" dirty="0">
              <a:latin typeface="PT Serif" panose="020A0603040505020204" pitchFamily="18" charset="0"/>
            </a:endParaRPr>
          </a:p>
        </p:txBody>
      </p:sp>
      <p:sp>
        <p:nvSpPr>
          <p:cNvPr id="15" name="Text 7">
            <a:extLst>
              <a:ext uri="{FF2B5EF4-FFF2-40B4-BE49-F238E27FC236}">
                <a16:creationId xmlns:a16="http://schemas.microsoft.com/office/drawing/2014/main" id="{36221D7B-8D1F-CF5A-6FD1-DA6DD3F7C3CC}"/>
              </a:ext>
            </a:extLst>
          </p:cNvPr>
          <p:cNvSpPr/>
          <p:nvPr/>
        </p:nvSpPr>
        <p:spPr>
          <a:xfrm>
            <a:off x="5643399" y="3891595"/>
            <a:ext cx="3818692" cy="1270159"/>
          </a:xfrm>
          <a:prstGeom prst="rect">
            <a:avLst/>
          </a:prstGeom>
          <a:noFill/>
          <a:ln/>
        </p:spPr>
        <p:txBody>
          <a:bodyPr wrap="square" lIns="0" tIns="0" rIns="0" bIns="0" rtlCol="0" anchor="t"/>
          <a:lstStyle/>
          <a:p>
            <a:pPr marL="0" indent="0" algn="l">
              <a:lnSpc>
                <a:spcPts val="2500"/>
              </a:lnSpc>
              <a:buNone/>
            </a:pPr>
            <a:endParaRPr lang="en-US" dirty="0">
              <a:latin typeface="PT Serif" panose="020A0603040505020204" pitchFamily="18" charset="0"/>
            </a:endParaRPr>
          </a:p>
        </p:txBody>
      </p:sp>
      <p:sp>
        <p:nvSpPr>
          <p:cNvPr id="17" name="Text 9">
            <a:extLst>
              <a:ext uri="{FF2B5EF4-FFF2-40B4-BE49-F238E27FC236}">
                <a16:creationId xmlns:a16="http://schemas.microsoft.com/office/drawing/2014/main" id="{A0DABD8D-9C74-8096-EA52-80379EDA21AF}"/>
              </a:ext>
            </a:extLst>
          </p:cNvPr>
          <p:cNvSpPr/>
          <p:nvPr/>
        </p:nvSpPr>
        <p:spPr>
          <a:xfrm>
            <a:off x="10357279" y="1682707"/>
            <a:ext cx="3818573" cy="2313740"/>
          </a:xfrm>
          <a:prstGeom prst="rect">
            <a:avLst/>
          </a:prstGeom>
          <a:noFill/>
          <a:ln/>
        </p:spPr>
        <p:txBody>
          <a:bodyPr wrap="square" lIns="0" tIns="0" rIns="0" bIns="0" rtlCol="0" anchor="t"/>
          <a:lstStyle/>
          <a:p>
            <a:pPr marL="0" indent="0" algn="ctr">
              <a:lnSpc>
                <a:spcPct val="150000"/>
              </a:lnSpc>
              <a:buNone/>
            </a:pPr>
            <a:r>
              <a:rPr lang="en-US" sz="2400" dirty="0">
                <a:solidFill>
                  <a:srgbClr val="383838"/>
                </a:solidFill>
                <a:latin typeface="PT Serif" panose="020A0603040505020204" pitchFamily="18" charset="0"/>
                <a:ea typeface="PT Serif" pitchFamily="34" charset="-122"/>
                <a:cs typeface="PT Serif" pitchFamily="34" charset="-120"/>
              </a:rPr>
              <a:t>Standardization Matters</a:t>
            </a:r>
            <a:endParaRPr lang="en-US" sz="2400" dirty="0">
              <a:latin typeface="PT Serif" panose="020A0603040505020204" pitchFamily="18" charset="0"/>
            </a:endParaRPr>
          </a:p>
          <a:p>
            <a:pPr marL="0" indent="0" algn="l">
              <a:lnSpc>
                <a:spcPct val="150000"/>
              </a:lnSpc>
              <a:buNone/>
            </a:pPr>
            <a:endParaRPr lang="en-US" sz="2400" dirty="0">
              <a:latin typeface="PT Serif" panose="020A0603040505020204" pitchFamily="18" charset="0"/>
            </a:endParaRPr>
          </a:p>
          <a:p>
            <a:pPr marL="0" indent="0" algn="l">
              <a:lnSpc>
                <a:spcPct val="150000"/>
              </a:lnSpc>
              <a:buNone/>
            </a:pPr>
            <a:endParaRPr lang="en-US" sz="2400" dirty="0">
              <a:latin typeface="PT Serif" panose="020A0603040505020204" pitchFamily="18" charset="0"/>
            </a:endParaRPr>
          </a:p>
          <a:p>
            <a:pPr marL="0" indent="0" algn="l">
              <a:lnSpc>
                <a:spcPct val="150000"/>
              </a:lnSpc>
              <a:buNone/>
            </a:pPr>
            <a:r>
              <a:rPr lang="en-US" sz="1800" dirty="0">
                <a:solidFill>
                  <a:srgbClr val="383838"/>
                </a:solidFill>
                <a:latin typeface="PT Serif" panose="020A0603040505020204" pitchFamily="18" charset="0"/>
                <a:ea typeface="DM Sans" pitchFamily="34" charset="-122"/>
                <a:cs typeface="DM Sans" pitchFamily="34" charset="-120"/>
              </a:rPr>
              <a:t>Using the correlation matrix (equivalent to analyzing standardized variables) is generally preferred over the covariance matrix. This ensures variables with larger scales don't dominate the principal components. Standardization puts all variables on equal footing regardless of their original measurement units.</a:t>
            </a:r>
            <a:endParaRPr lang="en-US" sz="1800" dirty="0">
              <a:latin typeface="PT Serif" panose="020A0603040505020204" pitchFamily="18" charset="0"/>
            </a:endParaRPr>
          </a:p>
          <a:p>
            <a:pPr algn="l">
              <a:lnSpc>
                <a:spcPct val="150000"/>
              </a:lnSpc>
            </a:pPr>
            <a:endParaRPr lang="en-US" dirty="0">
              <a:latin typeface="PT Serif" panose="020A0603040505020204" pitchFamily="18" charset="0"/>
            </a:endParaRPr>
          </a:p>
          <a:p>
            <a:pPr algn="l">
              <a:lnSpc>
                <a:spcPct val="150000"/>
              </a:lnSpc>
            </a:pPr>
            <a:endParaRPr lang="en-US" dirty="0">
              <a:latin typeface="PT Serif" panose="020A0603040505020204" pitchFamily="18" charset="0"/>
            </a:endParaRPr>
          </a:p>
        </p:txBody>
      </p:sp>
      <p:sp>
        <p:nvSpPr>
          <p:cNvPr id="18" name="Text 10">
            <a:extLst>
              <a:ext uri="{FF2B5EF4-FFF2-40B4-BE49-F238E27FC236}">
                <a16:creationId xmlns:a16="http://schemas.microsoft.com/office/drawing/2014/main" id="{A28AB057-DF06-4518-36F1-6697D1A50CCF}"/>
              </a:ext>
            </a:extLst>
          </p:cNvPr>
          <p:cNvSpPr/>
          <p:nvPr/>
        </p:nvSpPr>
        <p:spPr>
          <a:xfrm>
            <a:off x="10091671" y="2804203"/>
            <a:ext cx="3818573" cy="952619"/>
          </a:xfrm>
          <a:prstGeom prst="rect">
            <a:avLst/>
          </a:prstGeom>
          <a:noFill/>
          <a:ln/>
        </p:spPr>
        <p:txBody>
          <a:bodyPr wrap="square" lIns="0" tIns="0" rIns="0" bIns="0" rtlCol="0" anchor="t"/>
          <a:lstStyle/>
          <a:p>
            <a:pPr marL="0" indent="0" algn="l">
              <a:lnSpc>
                <a:spcPts val="2500"/>
              </a:lnSpc>
              <a:buNone/>
            </a:pPr>
            <a:endParaRPr lang="en-US" dirty="0">
              <a:latin typeface="PT Serif" panose="020A0603040505020204" pitchFamily="18" charset="0"/>
            </a:endParaRPr>
          </a:p>
        </p:txBody>
      </p:sp>
      <p:sp>
        <p:nvSpPr>
          <p:cNvPr id="22" name="Text 3">
            <a:extLst>
              <a:ext uri="{FF2B5EF4-FFF2-40B4-BE49-F238E27FC236}">
                <a16:creationId xmlns:a16="http://schemas.microsoft.com/office/drawing/2014/main" id="{14E2EBE4-A5A4-AC65-201B-5D66F292BE53}"/>
              </a:ext>
            </a:extLst>
          </p:cNvPr>
          <p:cNvSpPr/>
          <p:nvPr/>
        </p:nvSpPr>
        <p:spPr>
          <a:xfrm>
            <a:off x="538915" y="1682707"/>
            <a:ext cx="4109286" cy="2476441"/>
          </a:xfrm>
          <a:prstGeom prst="rect">
            <a:avLst/>
          </a:prstGeom>
          <a:noFill/>
          <a:ln/>
        </p:spPr>
        <p:txBody>
          <a:bodyPr wrap="square" lIns="0" tIns="0" rIns="0" bIns="0" rtlCol="0" anchor="t"/>
          <a:lstStyle/>
          <a:p>
            <a:pPr marL="0" indent="0" algn="ctr">
              <a:lnSpc>
                <a:spcPct val="150000"/>
              </a:lnSpc>
              <a:buNone/>
            </a:pPr>
            <a:r>
              <a:rPr lang="en-US" sz="2400" dirty="0">
                <a:solidFill>
                  <a:srgbClr val="383838"/>
                </a:solidFill>
                <a:latin typeface="PT Serif" panose="020A0603040505020204" pitchFamily="18" charset="0"/>
                <a:ea typeface="PT Serif" pitchFamily="34" charset="-122"/>
                <a:cs typeface="PT Serif" pitchFamily="34" charset="-120"/>
              </a:rPr>
              <a:t>PCA Solves the Dimensionality Problem</a:t>
            </a:r>
            <a:endParaRPr lang="en-US" sz="2400" dirty="0">
              <a:latin typeface="PT Serif" panose="020A0603040505020204" pitchFamily="18" charset="0"/>
            </a:endParaRPr>
          </a:p>
          <a:p>
            <a:pPr marL="0" indent="0" algn="l">
              <a:lnSpc>
                <a:spcPct val="150000"/>
              </a:lnSpc>
              <a:buNone/>
            </a:pPr>
            <a:endParaRPr lang="en-US" dirty="0">
              <a:solidFill>
                <a:srgbClr val="383838"/>
              </a:solidFill>
              <a:latin typeface="PT Serif" panose="020A0603040505020204" pitchFamily="18" charset="0"/>
            </a:endParaRPr>
          </a:p>
          <a:p>
            <a:pPr marL="0" indent="0" algn="l">
              <a:lnSpc>
                <a:spcPct val="150000"/>
              </a:lnSpc>
              <a:buNone/>
            </a:pPr>
            <a:r>
              <a:rPr lang="en-US" sz="1800" dirty="0">
                <a:solidFill>
                  <a:srgbClr val="383838"/>
                </a:solidFill>
                <a:latin typeface="PT Serif" panose="020A0603040505020204" pitchFamily="18" charset="0"/>
                <a:ea typeface="DM Sans" pitchFamily="34" charset="-122"/>
                <a:cs typeface="DM Sans" pitchFamily="34" charset="-120"/>
              </a:rPr>
              <a:t>When faced with datasets containing dozens or hundreds of correlated variables, PCA provides an elegant solution by transforming them into a smaller set of uncorrelated principal components that capture most of the original information. This addresses computational efficiency, multicollinearity, and visualization challenges.</a:t>
            </a:r>
            <a:endParaRPr lang="en-US" sz="1800" dirty="0">
              <a:latin typeface="PT Serif" panose="020A0603040505020204" pitchFamily="18" charset="0"/>
            </a:endParaRPr>
          </a:p>
          <a:p>
            <a:pPr algn="l">
              <a:lnSpc>
                <a:spcPct val="150000"/>
              </a:lnSpc>
            </a:pPr>
            <a:endParaRPr lang="en-US" dirty="0">
              <a:latin typeface="PT Serif" panose="020A0603040505020204" pitchFamily="18" charset="0"/>
            </a:endParaRPr>
          </a:p>
        </p:txBody>
      </p:sp>
    </p:spTree>
    <p:extLst>
      <p:ext uri="{BB962C8B-B14F-4D97-AF65-F5344CB8AC3E}">
        <p14:creationId xmlns:p14="http://schemas.microsoft.com/office/powerpoint/2010/main" val="21268835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707</TotalTime>
  <Words>2242</Words>
  <Application>Microsoft Office PowerPoint</Application>
  <PresentationFormat>Custom</PresentationFormat>
  <Paragraphs>383</Paragraphs>
  <Slides>22</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Arial</vt:lpstr>
      <vt:lpstr>Calibri</vt:lpstr>
      <vt:lpstr>Lucida Sans Unicode</vt:lpstr>
      <vt:lpstr>Noto Sans Symbols</vt:lpstr>
      <vt:lpstr>Open Sans Light</vt:lpstr>
      <vt:lpstr>PT Serif</vt:lpstr>
      <vt:lpstr>Office Theme</vt:lpstr>
      <vt:lpstr>PowerPoint Presentation</vt:lpstr>
      <vt:lpstr>PowerPoint Presentation</vt:lpstr>
      <vt:lpstr>The Need For Data Reduction</vt:lpstr>
      <vt:lpstr>What Is High Dimensional Data? </vt:lpstr>
      <vt:lpstr>Data Reduction</vt:lpstr>
      <vt:lpstr>Variation and Correlation - Key Data Features</vt:lpstr>
      <vt:lpstr>Principal Component Analysis (PCA)</vt:lpstr>
      <vt:lpstr>Principal Component Analysis (PCA)</vt:lpstr>
      <vt:lpstr>PCA-General Concept</vt:lpstr>
      <vt:lpstr>PCA-General Concept</vt:lpstr>
      <vt:lpstr>PCA – Choice of Matrix Analysis </vt:lpstr>
      <vt:lpstr>Principal Components – Definition </vt:lpstr>
      <vt:lpstr>How Many Principal Components to Retain</vt:lpstr>
      <vt:lpstr>Case Study – Athletics Records</vt:lpstr>
      <vt:lpstr>Athletics Data Snapshot</vt:lpstr>
      <vt:lpstr>Athletics Data – Variable Description </vt:lpstr>
      <vt:lpstr>PCA :Variance Explained ( Based on Correlation Matrix)</vt:lpstr>
      <vt:lpstr>PCA: Loadings Matrix</vt:lpstr>
      <vt:lpstr>Scree Plot Analysis</vt:lpstr>
      <vt:lpstr>The principal components are uncorrelated</vt:lpstr>
      <vt:lpstr>How PCA is Used in Further Analysis</vt:lpstr>
      <vt:lpstr>Key Takeaways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Sylvia Dodti</cp:lastModifiedBy>
  <cp:revision>256</cp:revision>
  <dcterms:created xsi:type="dcterms:W3CDTF">2025-08-01T06:43:07Z</dcterms:created>
  <dcterms:modified xsi:type="dcterms:W3CDTF">2026-01-27T04:16:43Z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2025-08-01T00:00:00Z</vt:filetime>
  </property>
  <property fmtid="{D5CDD505-2E9C-101B-9397-08002B2CF9AE}" pid="3" name="Creator">
    <vt:lpwstr>Microsoft® PowerPoint® 2021</vt:lpwstr>
  </property>
  <property fmtid="{D5CDD505-2E9C-101B-9397-08002B2CF9AE}" pid="4" name="LastSaved">
    <vt:filetime>2025-08-01T00:00:00Z</vt:filetime>
  </property>
  <property fmtid="{D5CDD505-2E9C-101B-9397-08002B2CF9AE}" pid="5" name="Producer">
    <vt:lpwstr>Microsoft® PowerPoint® 2021</vt:lpwstr>
  </property>
</Properties>
</file>