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M Sans" pitchFamily="2" charset="77"/>
      <p:regular r:id="rId23"/>
      <p:bold r:id="rId24"/>
      <p:italic r:id="rId25"/>
    </p:embeddedFont>
    <p:embeddedFont>
      <p:font typeface="PT Serif" panose="020A0603040505020204" pitchFamily="18" charset="77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8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13012"/>
            <a:ext cx="7291760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&amp; Logging for Deployed ML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236807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Ensuring Reliability in Production AI Systems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4864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68354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05446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014389"/>
            <a:ext cx="256259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ML Monitoring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42842" y="168354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905446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4642842" y="2014389"/>
            <a:ext cx="263619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Lifecycle &amp; Monitoring Role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6119" y="24949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716857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825800"/>
            <a:ext cx="187545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Production Challenges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42842" y="249495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716857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42842" y="2825800"/>
            <a:ext cx="358817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Logging Concepts &amp; Monitoring vs Logging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6119" y="330636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528268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637211"/>
            <a:ext cx="400496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Metrics, Architecture &amp; Python Implementation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42842" y="330636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528268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42842" y="36372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Tools &amp; Best Practices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0003"/>
            <a:ext cx="41950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Monitoring Matters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98507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a model is only half the job. Real-world data keeps changing, and models degrade over time without notice. Production systems need continuous tracking to remain reliable and accurate.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521521"/>
            <a:ext cx="14288" cy="477515"/>
          </a:xfrm>
          <a:prstGeom prst="roundRect">
            <a:avLst>
              <a:gd name="adj" fmla="val 59998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682154" y="2661047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 don't monitor your model, you don't control it."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3142357"/>
            <a:ext cx="186035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145" y="313856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Models change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99145" y="3416498"/>
            <a:ext cx="22108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drifts silently in production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1500" y="3142357"/>
            <a:ext cx="186035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68018" y="313856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changes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668018" y="3416498"/>
            <a:ext cx="22109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inputs evolve constantly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447" y="3142357"/>
            <a:ext cx="186035" cy="186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36965" y="3138562"/>
            <a:ext cx="184829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Control requires visibility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36965" y="3416498"/>
            <a:ext cx="22109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is the foundation of trust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6685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Lifecycle Recap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63175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is the final — and continuous — stage of the ML lifecycle. It closes the loop and ensures deployed models remain effective over time.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16820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364656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45521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33987" y="216820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2364656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4633987" y="245521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119" y="28757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072185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162746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3987" y="28757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3987" y="3072185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633987" y="3162746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6119" y="358326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6119" y="3779713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870275"/>
            <a:ext cx="203515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(Flask/FastAPI)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33987" y="358326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33987" y="3779713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33987" y="3870275"/>
            <a:ext cx="183981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← New Focus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382" y="596206"/>
            <a:ext cx="561253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Can Go Wrong in Production?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38990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Deployed models face a range of failure modes that are invisible without proper monitoring. These issues can silently degrade user experience and business outcomes.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352601"/>
            <a:ext cx="263455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249086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Accuracy Drops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4380" y="2701490"/>
            <a:ext cx="2634555" cy="4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Predictions become unreliable over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4648" y="2352601"/>
            <a:ext cx="2634630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2909" y="2490862"/>
            <a:ext cx="192092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Distribution Changes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92909" y="2768798"/>
            <a:ext cx="23581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patterns shift from training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13252" y="2352601"/>
            <a:ext cx="263455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1513" y="2490862"/>
            <a:ext cx="215376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Failures / Slow Responses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51513" y="2768798"/>
            <a:ext cx="23580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Latency spikes or endpoint errors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229496"/>
            <a:ext cx="4013820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380" y="3367757"/>
            <a:ext cx="172529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Unexpected User Inputs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4380" y="3645694"/>
            <a:ext cx="37372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 cases the model was never trained 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3913" y="3229496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2174" y="3367757"/>
            <a:ext cx="194124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Pipeline Mismatch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72174" y="3645694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Preprocessing inconsistencies break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851" y="685651"/>
            <a:ext cx="4346749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Model Drift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35037" y="146063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drift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refers to performance degradation over time as the real world diverges from training conditions.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are two primary types: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225501"/>
            <a:ext cx="8151763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225501"/>
            <a:ext cx="4075881" cy="92280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20092" y="234947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Drift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0092" y="2627412"/>
            <a:ext cx="38279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data distribution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changes — the model sees inputs that look different from what it was trained 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225501"/>
            <a:ext cx="4075881" cy="92280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225501"/>
            <a:ext cx="14288" cy="922809"/>
          </a:xfrm>
          <a:prstGeom prst="roundRect">
            <a:avLst>
              <a:gd name="adj" fmla="val 130228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695974" y="234947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Concept Drift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95974" y="2627412"/>
            <a:ext cx="38279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between input and output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changes — the underlying patterns the model learned no longer hold.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87837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FCF2B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467621"/>
            <a:ext cx="155004" cy="1239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9071" y="3430414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A fraud detection model trained on 2022 data may fail to catch new fraud patterns in 2025.</a:t>
            </a:r>
            <a:endParaRPr lang="en-US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6025"/>
            <a:ext cx="3790057" cy="35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Should We Monitor?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5037" y="820006"/>
            <a:ext cx="860896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monitoring covers five key dimensions across model behavior, data health, and system infrastructure.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161678"/>
            <a:ext cx="8151763" cy="651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063" y="138551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39490" y="1284461"/>
            <a:ext cx="142458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Performance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39490" y="1519386"/>
            <a:ext cx="748560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Accuracy, RMSE, F1-score, and other task-specific metrics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07828"/>
            <a:ext cx="8151763" cy="6511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6063" y="213166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39490" y="2030611"/>
            <a:ext cx="149096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Data Distribution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39490" y="2265536"/>
            <a:ext cx="748560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properties of incoming features vs. training data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53978"/>
            <a:ext cx="8151763" cy="6511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063" y="287781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39490" y="2776761"/>
            <a:ext cx="1957015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Prediction Output Distribution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039490" y="3011686"/>
            <a:ext cx="748560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 predictions shifting toward unexpected values?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400127"/>
            <a:ext cx="8151763" cy="6511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6063" y="362396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039490" y="3522911"/>
            <a:ext cx="142458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Metrics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039490" y="3757836"/>
            <a:ext cx="748560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Latency, error rates, and request volume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146277"/>
            <a:ext cx="8151763" cy="65119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6063" y="437011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039490" y="4269060"/>
            <a:ext cx="142458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Health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1039490" y="4503986"/>
            <a:ext cx="748560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CPU usage, memory consumption, and infrastructure stability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159" y="762616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Logging?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66204" y="156270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Logging means recording events that occur during model execution. It is essential for debugging issues and auditing model behavior in production.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600623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Logs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928119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 logs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who called the API and when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Prediction logs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inputs received and outputs returned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 logs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failures and exceptions encountered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38749" y="2476649"/>
            <a:ext cx="4103191" cy="1381720"/>
          </a:xfrm>
          <a:prstGeom prst="roundRect">
            <a:avLst>
              <a:gd name="adj" fmla="val 134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4762723" y="2600623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 Log Entry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62723" y="2928119"/>
            <a:ext cx="3855244" cy="81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Input: [age=45, income=50k]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Prediction: Approved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 Time: 120ms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302"/>
            <a:ext cx="380531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Logging vs. Monitoring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35037" y="128844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Logging and monitoring are complementary — logging feeds monitoring. Together they provide full observability of a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ML system.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961406"/>
            <a:ext cx="8151763" cy="1451074"/>
          </a:xfrm>
          <a:prstGeom prst="roundRect">
            <a:avLst>
              <a:gd name="adj" fmla="val 128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1030" y="1966168"/>
            <a:ext cx="2686869" cy="359197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625004" y="2045345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87898" y="1966168"/>
            <a:ext cx="2686869" cy="359197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3311872" y="2045345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Logging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74767" y="1966168"/>
            <a:ext cx="2768352" cy="359197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998741" y="2045345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004" y="2406923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1872" y="2406923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events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98741" y="2406923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trends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5004" y="2768501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Case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1872" y="2768501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98741" y="2768501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Alerts &amp; insights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004" y="3130079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1872" y="3130079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event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98741" y="3130079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Aggregated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6119" y="3552006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31791"/>
            <a:ext cx="155004" cy="1239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99071" y="3694584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Logging feeds Monitoring — you cannot monitor what you have not logged.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4835"/>
            <a:ext cx="3937918" cy="400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985763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production ML monitoring stack follows a layered architecture — from user request to alert. Each layer plays a distinct role in maintaining system observability.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508671"/>
            <a:ext cx="7890644" cy="296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2209" y="3624715"/>
            <a:ext cx="1190147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Dashboard &amp; Alerts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02299" y="3745080"/>
            <a:ext cx="119014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Storage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010540" y="3624715"/>
            <a:ext cx="1190146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Logging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8781" y="3745080"/>
            <a:ext cx="119014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94415" y="3745080"/>
            <a:ext cx="119014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Request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6119" y="4604817"/>
            <a:ext cx="86089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pipeline ensures that every prediction is captured, stored, analyzed, and surfaced to operators when something goes wrong.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2275"/>
            <a:ext cx="506715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Logging in Python — The Basics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477342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Python's built-in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module makes it straightforward to capture events at different severity levels. Logs are stored in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.log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files for later review.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018556"/>
            <a:ext cx="8151763" cy="1438721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2018556"/>
            <a:ext cx="8164116" cy="1438721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2142530"/>
            <a:ext cx="785410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logging.basicConfig(filename='app.log', level=logging.INFO)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logging.info("Prediction successful")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logging.error("Model failed")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596804"/>
            <a:ext cx="2634555" cy="724346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20092" y="372077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0092" y="3998714"/>
            <a:ext cx="238660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 operational events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4648" y="3596804"/>
            <a:ext cx="2634630" cy="724346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3378622" y="372077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WARNING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78622" y="3998714"/>
            <a:ext cx="23866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Unexpected but non-critical issues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13252" y="3596804"/>
            <a:ext cx="2634555" cy="724346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137225" y="372077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ERROR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37225" y="3998714"/>
            <a:ext cx="238660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Failures requiring attention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5952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Logging in FastAPI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3101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Integrating logging into a FastAPI endpoint ensures every API call is recorded. This is critical for debugging production issues and auditing model usage.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67470"/>
            <a:ext cx="8151763" cy="2232571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667470"/>
            <a:ext cx="8164116" cy="2232571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1791444"/>
            <a:ext cx="7854107" cy="1984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logging.basicConfig(level=logging.INFO)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@app.get("/predict")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predict():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logging.info("Prediction endpoint called")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{"result": "ok"}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4039567"/>
            <a:ext cx="8151763" cy="488379"/>
          </a:xfrm>
          <a:prstGeom prst="roundRect">
            <a:avLst>
              <a:gd name="adj" fmla="val 3810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219352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071" y="4182145"/>
            <a:ext cx="8082037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call to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logged automatically — giving you a full audit trail of model usage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8080"/>
            <a:ext cx="6487939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Model Performance in Python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48314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monitor performance, compare model predictions against actual ground-truth values over time. Tracking accuracy trends reveals when a model begins to degrade.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019598"/>
            <a:ext cx="8151763" cy="1637184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2019598"/>
            <a:ext cx="8164116" cy="1637184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2143571"/>
            <a:ext cx="7854107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 = [1, 0, 1, 1]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[1, 0, 0, 1]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accuracy_score(y_true, y_pred)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print("Accuracy:", acc)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796308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99145" y="3838947"/>
            <a:ext cx="285177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Compare predictions with actual values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9145" y="4116884"/>
            <a:ext cx="35953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labeled production data to evaluate real-world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9465" y="3796308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052492" y="3838947"/>
            <a:ext cx="170214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Track metrics over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52492" y="4116884"/>
            <a:ext cx="35953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snapshot is not enough — trends reveal drift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6796"/>
            <a:ext cx="4125664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Detecting Drift in Python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33186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simple statistical check compares the mean of training data against new incoming data. If the difference exceeds a threshold, drift is flagged. This approach can be extended to more advanced drift detection libraries.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868314"/>
            <a:ext cx="8151763" cy="1637184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868314"/>
            <a:ext cx="8164116" cy="1637184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1992288"/>
            <a:ext cx="7854107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train_mean = np.mean(train_data)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new_mean = np.mean(new_data)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abs(train_mean - new_mean) &gt; threshold: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print("Data Drift Detected!")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645024"/>
            <a:ext cx="8151763" cy="682079"/>
          </a:xfrm>
          <a:prstGeom prst="roundRect">
            <a:avLst>
              <a:gd name="adj" fmla="val 2728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824808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071" y="3787601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a starting point. Production systems should use dedicated drift detection tools like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Evidently AI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robust, multi-feature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0260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Tools for Monitoring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35037" y="133262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mature ML monitoring stack combines infrastructure monitoring, visualization, log management, and ML-specific drift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detection tools.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2054870"/>
            <a:ext cx="4028182" cy="9513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7242" y="219313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77242" y="2471068"/>
            <a:ext cx="38327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Open-source metrics collection and alerting toolkit — ideal for tracking API latency, error rates, and system health.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99" y="2054870"/>
            <a:ext cx="4028182" cy="9513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15111" y="219313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Grafana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815111" y="2471068"/>
            <a:ext cx="404150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 platform that connects to Prometheus and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other data sources to build real-time monitoring dashboards.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3130228"/>
            <a:ext cx="4028182" cy="9513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7242" y="326848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ELK Stack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77242" y="3546425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Elasticsearch, Logstash, and Kibana — a powerful suite for centralized log aggregation, search, and visualization.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99" y="3130228"/>
            <a:ext cx="4028182" cy="9513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15111" y="326848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Evidently AI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815110" y="3546425"/>
            <a:ext cx="4537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ML-specific library for detecting data drift, model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degradation, and data issues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510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6657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and logging are not optional — they are the foundation of trustworthy production ML systems.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404565"/>
            <a:ext cx="4013895" cy="1220391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20092" y="152853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12" y="1630784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202458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 Continuously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0092" y="2302520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performance, data, and system health at all times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33987" y="1404565"/>
            <a:ext cx="4013895" cy="1220391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4757961" y="152853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0280" y="1630784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7961" y="202458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 Everything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757961" y="2302520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Requests, predictions, and errors — all must be recorded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6119" y="2748930"/>
            <a:ext cx="4013895" cy="1220391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620092" y="287290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412" y="2975149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092" y="327284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 Drift Early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3171" y="3477060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statistical checks and dedicated tools to catch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degradation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33987" y="2748930"/>
            <a:ext cx="4013895" cy="1220391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4757961" y="287290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0280" y="2975149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7961" y="336894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 the Right Tools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757961" y="3646884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Prometheus, Grafana, ELK, and Evidently AI form a complete stack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96119" y="4108847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FFCDB3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092" y="4288631"/>
            <a:ext cx="155004" cy="1239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9071" y="4251424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model you cannot observe is a model you cannot trust. Build monitoring in from day one.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1224</Words>
  <Application>Microsoft Macintosh PowerPoint</Application>
  <PresentationFormat>On-screen Show (16:9)</PresentationFormat>
  <Paragraphs>201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Consolas</vt:lpstr>
      <vt:lpstr>DM Sans</vt:lpstr>
      <vt:lpstr>PT Serif Light</vt:lpstr>
      <vt:lpstr>PT Serif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5</cp:revision>
  <dcterms:created xsi:type="dcterms:W3CDTF">2026-06-22T05:26:21Z</dcterms:created>
  <dcterms:modified xsi:type="dcterms:W3CDTF">2026-06-22T05:59:05Z</dcterms:modified>
</cp:coreProperties>
</file>